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258" r:id="rId3"/>
    <p:sldId id="259" r:id="rId4"/>
    <p:sldId id="267" r:id="rId5"/>
    <p:sldId id="261" r:id="rId6"/>
    <p:sldId id="262" r:id="rId7"/>
    <p:sldId id="268" r:id="rId8"/>
    <p:sldId id="263" r:id="rId9"/>
    <p:sldId id="264" r:id="rId10"/>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60F5"/>
    <a:srgbClr val="452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775583-A4F2-B14F-8CE6-4868FB4D3DF9}" v="202" dt="2026-10-21T07:01:58.551"/>
    <p1510:client id="{C8C46792-7467-1C00-3367-FAD179AD9AFE}" v="2" dt="2026-10-20T10:53:37.462"/>
    <p1510:client id="{D32484E5-7C0D-B8CD-2074-68EB4E5195C7}" v="58" dt="2026-10-21T08:55:26.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a Nilsson" userId="S::moanilss@ug.kth.se::3aa95f31-e750-4da0-8c1b-aac8262316f3" providerId="AD" clId="Web-{D32484E5-7C0D-B8CD-2074-68EB4E5195C7}"/>
    <pc:docChg chg="modSld">
      <pc:chgData name="Moa Nilsson" userId="S::moanilss@ug.kth.se::3aa95f31-e750-4da0-8c1b-aac8262316f3" providerId="AD" clId="Web-{D32484E5-7C0D-B8CD-2074-68EB4E5195C7}" dt="2026-10-21T08:55:26.144" v="55" actId="1076"/>
      <pc:docMkLst>
        <pc:docMk/>
      </pc:docMkLst>
      <pc:sldChg chg="modSp">
        <pc:chgData name="Moa Nilsson" userId="S::moanilss@ug.kth.se::3aa95f31-e750-4da0-8c1b-aac8262316f3" providerId="AD" clId="Web-{D32484E5-7C0D-B8CD-2074-68EB4E5195C7}" dt="2026-10-21T08:50:18.673" v="9" actId="20577"/>
        <pc:sldMkLst>
          <pc:docMk/>
          <pc:sldMk cId="1940677573" sldId="257"/>
        </pc:sldMkLst>
        <pc:spChg chg="mod">
          <ac:chgData name="Moa Nilsson" userId="S::moanilss@ug.kth.se::3aa95f31-e750-4da0-8c1b-aac8262316f3" providerId="AD" clId="Web-{D32484E5-7C0D-B8CD-2074-68EB4E5195C7}" dt="2026-10-21T08:50:18.673" v="9" actId="20577"/>
          <ac:spMkLst>
            <pc:docMk/>
            <pc:sldMk cId="1940677573" sldId="257"/>
            <ac:spMk id="41" creationId="{EC68C428-1632-51AE-CE23-0333ADF53719}"/>
          </ac:spMkLst>
        </pc:spChg>
      </pc:sldChg>
      <pc:sldChg chg="modSp">
        <pc:chgData name="Moa Nilsson" userId="S::moanilss@ug.kth.se::3aa95f31-e750-4da0-8c1b-aac8262316f3" providerId="AD" clId="Web-{D32484E5-7C0D-B8CD-2074-68EB4E5195C7}" dt="2026-10-21T08:55:26.144" v="55" actId="1076"/>
        <pc:sldMkLst>
          <pc:docMk/>
          <pc:sldMk cId="1394679442" sldId="263"/>
        </pc:sldMkLst>
        <pc:spChg chg="mod">
          <ac:chgData name="Moa Nilsson" userId="S::moanilss@ug.kth.se::3aa95f31-e750-4da0-8c1b-aac8262316f3" providerId="AD" clId="Web-{D32484E5-7C0D-B8CD-2074-68EB4E5195C7}" dt="2026-10-21T08:50:09.423" v="7" actId="20577"/>
          <ac:spMkLst>
            <pc:docMk/>
            <pc:sldMk cId="1394679442" sldId="263"/>
            <ac:spMk id="2" creationId="{0546F197-C4F3-D957-D8DD-D8C401B50F1E}"/>
          </ac:spMkLst>
        </pc:spChg>
        <pc:spChg chg="mod">
          <ac:chgData name="Moa Nilsson" userId="S::moanilss@ug.kth.se::3aa95f31-e750-4da0-8c1b-aac8262316f3" providerId="AD" clId="Web-{D32484E5-7C0D-B8CD-2074-68EB4E5195C7}" dt="2026-10-21T08:49:46.423" v="4" actId="14100"/>
          <ac:spMkLst>
            <pc:docMk/>
            <pc:sldMk cId="1394679442" sldId="263"/>
            <ac:spMk id="3" creationId="{438D0D5A-2061-52E3-A263-C76C4378F9D2}"/>
          </ac:spMkLst>
        </pc:spChg>
        <pc:picChg chg="mod">
          <ac:chgData name="Moa Nilsson" userId="S::moanilss@ug.kth.se::3aa95f31-e750-4da0-8c1b-aac8262316f3" providerId="AD" clId="Web-{D32484E5-7C0D-B8CD-2074-68EB4E5195C7}" dt="2026-10-21T08:55:26.144" v="55" actId="1076"/>
          <ac:picMkLst>
            <pc:docMk/>
            <pc:sldMk cId="1394679442" sldId="263"/>
            <ac:picMk id="4" creationId="{8FDB89BF-5556-F2F1-5F9E-BC9E22A31ACF}"/>
          </ac:picMkLst>
        </pc:picChg>
      </pc:sldChg>
      <pc:sldChg chg="modSp">
        <pc:chgData name="Moa Nilsson" userId="S::moanilss@ug.kth.se::3aa95f31-e750-4da0-8c1b-aac8262316f3" providerId="AD" clId="Web-{D32484E5-7C0D-B8CD-2074-68EB4E5195C7}" dt="2026-10-21T08:53:50.690" v="54" actId="20577"/>
        <pc:sldMkLst>
          <pc:docMk/>
          <pc:sldMk cId="351493440" sldId="267"/>
        </pc:sldMkLst>
        <pc:spChg chg="mod">
          <ac:chgData name="Moa Nilsson" userId="S::moanilss@ug.kth.se::3aa95f31-e750-4da0-8c1b-aac8262316f3" providerId="AD" clId="Web-{D32484E5-7C0D-B8CD-2074-68EB4E5195C7}" dt="2026-10-21T08:53:50.690" v="54" actId="20577"/>
          <ac:spMkLst>
            <pc:docMk/>
            <pc:sldMk cId="351493440" sldId="267"/>
            <ac:spMk id="3" creationId="{43FEAF3B-5F15-E349-662D-E7BE8F54B0A3}"/>
          </ac:spMkLst>
        </pc:spChg>
        <pc:picChg chg="mod">
          <ac:chgData name="Moa Nilsson" userId="S::moanilss@ug.kth.se::3aa95f31-e750-4da0-8c1b-aac8262316f3" providerId="AD" clId="Web-{D32484E5-7C0D-B8CD-2074-68EB4E5195C7}" dt="2026-10-21T08:52:15.861" v="20" actId="1076"/>
          <ac:picMkLst>
            <pc:docMk/>
            <pc:sldMk cId="351493440" sldId="267"/>
            <ac:picMk id="13" creationId="{F797CC16-1CC7-E093-E147-7FEABDA8CCB6}"/>
          </ac:picMkLst>
        </pc:picChg>
        <pc:picChg chg="mod">
          <ac:chgData name="Moa Nilsson" userId="S::moanilss@ug.kth.se::3aa95f31-e750-4da0-8c1b-aac8262316f3" providerId="AD" clId="Web-{D32484E5-7C0D-B8CD-2074-68EB4E5195C7}" dt="2026-10-21T08:51:12.017" v="11" actId="1076"/>
          <ac:picMkLst>
            <pc:docMk/>
            <pc:sldMk cId="351493440" sldId="267"/>
            <ac:picMk id="15" creationId="{E5380F2E-828A-2210-3EAD-B731965BC3CF}"/>
          </ac:picMkLst>
        </pc:picChg>
        <pc:picChg chg="mod">
          <ac:chgData name="Moa Nilsson" userId="S::moanilss@ug.kth.se::3aa95f31-e750-4da0-8c1b-aac8262316f3" providerId="AD" clId="Web-{D32484E5-7C0D-B8CD-2074-68EB4E5195C7}" dt="2026-10-21T08:52:19.971" v="21" actId="1076"/>
          <ac:picMkLst>
            <pc:docMk/>
            <pc:sldMk cId="351493440" sldId="267"/>
            <ac:picMk id="19" creationId="{56E2D68B-291E-D910-B0E7-43A97441D201}"/>
          </ac:picMkLst>
        </pc:picChg>
        <pc:picChg chg="mod">
          <ac:chgData name="Moa Nilsson" userId="S::moanilss@ug.kth.se::3aa95f31-e750-4da0-8c1b-aac8262316f3" providerId="AD" clId="Web-{D32484E5-7C0D-B8CD-2074-68EB4E5195C7}" dt="2026-10-21T08:52:09.268" v="19" actId="1076"/>
          <ac:picMkLst>
            <pc:docMk/>
            <pc:sldMk cId="351493440" sldId="267"/>
            <ac:picMk id="21" creationId="{42E58A96-41FD-D0FB-E036-6462C49AD080}"/>
          </ac:picMkLst>
        </pc:picChg>
        <pc:picChg chg="mod">
          <ac:chgData name="Moa Nilsson" userId="S::moanilss@ug.kth.se::3aa95f31-e750-4da0-8c1b-aac8262316f3" providerId="AD" clId="Web-{D32484E5-7C0D-B8CD-2074-68EB4E5195C7}" dt="2026-10-21T08:51:14.564" v="12" actId="1076"/>
          <ac:picMkLst>
            <pc:docMk/>
            <pc:sldMk cId="351493440" sldId="267"/>
            <ac:picMk id="23" creationId="{59A292BE-99AF-B8F3-09F3-976AA53F7920}"/>
          </ac:picMkLst>
        </pc:picChg>
        <pc:cxnChg chg="mod">
          <ac:chgData name="Moa Nilsson" userId="S::moanilss@ug.kth.se::3aa95f31-e750-4da0-8c1b-aac8262316f3" providerId="AD" clId="Web-{D32484E5-7C0D-B8CD-2074-68EB4E5195C7}" dt="2026-10-21T08:51:45.533" v="18" actId="14100"/>
          <ac:cxnSpMkLst>
            <pc:docMk/>
            <pc:sldMk cId="351493440" sldId="267"/>
            <ac:cxnSpMk id="25" creationId="{98285EE2-894F-A09F-AC25-A1DFD5F7BC88}"/>
          </ac:cxnSpMkLst>
        </pc:cxnChg>
      </pc:sldChg>
    </pc:docChg>
  </pc:docChgLst>
  <pc:docChgLst>
    <pc:chgData name="Emelie Olsson" userId="a7bfc415-b5b5-487c-9e95-2556723b1ead" providerId="ADAL" clId="{94775583-A4F2-B14F-8CE6-4868FB4D3DF9}"/>
    <pc:docChg chg="undo custSel addSld delSld modSld sldOrd modMainMaster">
      <pc:chgData name="Emelie Olsson" userId="a7bfc415-b5b5-487c-9e95-2556723b1ead" providerId="ADAL" clId="{94775583-A4F2-B14F-8CE6-4868FB4D3DF9}" dt="2026-10-21T07:01:58.551" v="2148" actId="20578"/>
      <pc:docMkLst>
        <pc:docMk/>
      </pc:docMkLst>
      <pc:sldChg chg="setBg">
        <pc:chgData name="Emelie Olsson" userId="a7bfc415-b5b5-487c-9e95-2556723b1ead" providerId="ADAL" clId="{94775583-A4F2-B14F-8CE6-4868FB4D3DF9}" dt="2026-10-19T15:01:25.058" v="1003"/>
        <pc:sldMkLst>
          <pc:docMk/>
          <pc:sldMk cId="1940677573" sldId="257"/>
        </pc:sldMkLst>
      </pc:sldChg>
      <pc:sldChg chg="setBg">
        <pc:chgData name="Emelie Olsson" userId="a7bfc415-b5b5-487c-9e95-2556723b1ead" providerId="ADAL" clId="{94775583-A4F2-B14F-8CE6-4868FB4D3DF9}" dt="2026-10-19T15:01:25.058" v="1003"/>
        <pc:sldMkLst>
          <pc:docMk/>
          <pc:sldMk cId="4052317206" sldId="258"/>
        </pc:sldMkLst>
      </pc:sldChg>
      <pc:sldChg chg="modSp mod setBg">
        <pc:chgData name="Emelie Olsson" userId="a7bfc415-b5b5-487c-9e95-2556723b1ead" providerId="ADAL" clId="{94775583-A4F2-B14F-8CE6-4868FB4D3DF9}" dt="2026-10-19T15:19:31.123" v="1640" actId="20577"/>
        <pc:sldMkLst>
          <pc:docMk/>
          <pc:sldMk cId="1753468048" sldId="259"/>
        </pc:sldMkLst>
        <pc:spChg chg="mod">
          <ac:chgData name="Emelie Olsson" userId="a7bfc415-b5b5-487c-9e95-2556723b1ead" providerId="ADAL" clId="{94775583-A4F2-B14F-8CE6-4868FB4D3DF9}" dt="2026-10-19T15:19:31.123" v="1640" actId="20577"/>
          <ac:spMkLst>
            <pc:docMk/>
            <pc:sldMk cId="1753468048" sldId="259"/>
            <ac:spMk id="3" creationId="{107418ED-81BC-C14D-FE6C-F7AFEED8273E}"/>
          </ac:spMkLst>
        </pc:spChg>
      </pc:sldChg>
      <pc:sldChg chg="setBg">
        <pc:chgData name="Emelie Olsson" userId="a7bfc415-b5b5-487c-9e95-2556723b1ead" providerId="ADAL" clId="{94775583-A4F2-B14F-8CE6-4868FB4D3DF9}" dt="2026-10-19T15:01:25.058" v="1003"/>
        <pc:sldMkLst>
          <pc:docMk/>
          <pc:sldMk cId="3031588361" sldId="261"/>
        </pc:sldMkLst>
      </pc:sldChg>
      <pc:sldChg chg="addSp delSp modSp mod ord setBg">
        <pc:chgData name="Emelie Olsson" userId="a7bfc415-b5b5-487c-9e95-2556723b1ead" providerId="ADAL" clId="{94775583-A4F2-B14F-8CE6-4868FB4D3DF9}" dt="2026-10-19T15:37:27.833" v="1896"/>
        <pc:sldMkLst>
          <pc:docMk/>
          <pc:sldMk cId="1228640332" sldId="262"/>
        </pc:sldMkLst>
        <pc:spChg chg="mod">
          <ac:chgData name="Emelie Olsson" userId="a7bfc415-b5b5-487c-9e95-2556723b1ead" providerId="ADAL" clId="{94775583-A4F2-B14F-8CE6-4868FB4D3DF9}" dt="2026-10-19T15:25:52.860" v="1687" actId="122"/>
          <ac:spMkLst>
            <pc:docMk/>
            <pc:sldMk cId="1228640332" sldId="262"/>
            <ac:spMk id="2" creationId="{22BC9498-00F5-6B7E-A2E2-C6D6E7AB69C8}"/>
          </ac:spMkLst>
        </pc:spChg>
        <pc:spChg chg="add mod">
          <ac:chgData name="Emelie Olsson" userId="a7bfc415-b5b5-487c-9e95-2556723b1ead" providerId="ADAL" clId="{94775583-A4F2-B14F-8CE6-4868FB4D3DF9}" dt="2026-10-19T15:33:57.405" v="1859" actId="1076"/>
          <ac:spMkLst>
            <pc:docMk/>
            <pc:sldMk cId="1228640332" sldId="262"/>
            <ac:spMk id="12" creationId="{C949D5C4-B4C7-2DF5-7839-ABE2EDC143E8}"/>
          </ac:spMkLst>
        </pc:spChg>
        <pc:grpChg chg="add mod">
          <ac:chgData name="Emelie Olsson" userId="a7bfc415-b5b5-487c-9e95-2556723b1ead" providerId="ADAL" clId="{94775583-A4F2-B14F-8CE6-4868FB4D3DF9}" dt="2026-10-19T15:35:45.990" v="1882" actId="1076"/>
          <ac:grpSpMkLst>
            <pc:docMk/>
            <pc:sldMk cId="1228640332" sldId="262"/>
            <ac:grpSpMk id="13" creationId="{EFE2FF9A-27C1-8259-2E93-8B5857CFB1FF}"/>
          </ac:grpSpMkLst>
        </pc:grpChg>
        <pc:picChg chg="add mod">
          <ac:chgData name="Emelie Olsson" userId="a7bfc415-b5b5-487c-9e95-2556723b1ead" providerId="ADAL" clId="{94775583-A4F2-B14F-8CE6-4868FB4D3DF9}" dt="2026-10-19T15:35:45.990" v="1882" actId="1076"/>
          <ac:picMkLst>
            <pc:docMk/>
            <pc:sldMk cId="1228640332" sldId="262"/>
            <ac:picMk id="4" creationId="{56D75E46-D341-97BE-34BB-0E372EE250AD}"/>
          </ac:picMkLst>
        </pc:picChg>
        <pc:picChg chg="add mod">
          <ac:chgData name="Emelie Olsson" userId="a7bfc415-b5b5-487c-9e95-2556723b1ead" providerId="ADAL" clId="{94775583-A4F2-B14F-8CE6-4868FB4D3DF9}" dt="2026-10-19T15:35:45.990" v="1882" actId="1076"/>
          <ac:picMkLst>
            <pc:docMk/>
            <pc:sldMk cId="1228640332" sldId="262"/>
            <ac:picMk id="5" creationId="{8B07B182-4D21-90EE-5E04-65FBA0998754}"/>
          </ac:picMkLst>
        </pc:picChg>
        <pc:picChg chg="add mod">
          <ac:chgData name="Emelie Olsson" userId="a7bfc415-b5b5-487c-9e95-2556723b1ead" providerId="ADAL" clId="{94775583-A4F2-B14F-8CE6-4868FB4D3DF9}" dt="2026-10-19T15:35:45.990" v="1882" actId="1076"/>
          <ac:picMkLst>
            <pc:docMk/>
            <pc:sldMk cId="1228640332" sldId="262"/>
            <ac:picMk id="6" creationId="{40698734-D26F-E55C-CCCD-22A86008954B}"/>
          </ac:picMkLst>
        </pc:picChg>
        <pc:picChg chg="add mod">
          <ac:chgData name="Emelie Olsson" userId="a7bfc415-b5b5-487c-9e95-2556723b1ead" providerId="ADAL" clId="{94775583-A4F2-B14F-8CE6-4868FB4D3DF9}" dt="2026-10-19T15:35:45.990" v="1882" actId="1076"/>
          <ac:picMkLst>
            <pc:docMk/>
            <pc:sldMk cId="1228640332" sldId="262"/>
            <ac:picMk id="8" creationId="{A4BCBD81-1788-6C23-55CC-C4B9C1444836}"/>
          </ac:picMkLst>
        </pc:picChg>
        <pc:picChg chg="add mod modCrop">
          <ac:chgData name="Emelie Olsson" userId="a7bfc415-b5b5-487c-9e95-2556723b1ead" providerId="ADAL" clId="{94775583-A4F2-B14F-8CE6-4868FB4D3DF9}" dt="2026-10-19T15:35:45.990" v="1882" actId="1076"/>
          <ac:picMkLst>
            <pc:docMk/>
            <pc:sldMk cId="1228640332" sldId="262"/>
            <ac:picMk id="10" creationId="{3A8900C0-85A5-ACF6-9669-0CC1D096FBDC}"/>
          </ac:picMkLst>
        </pc:picChg>
        <pc:picChg chg="add mod">
          <ac:chgData name="Emelie Olsson" userId="a7bfc415-b5b5-487c-9e95-2556723b1ead" providerId="ADAL" clId="{94775583-A4F2-B14F-8CE6-4868FB4D3DF9}" dt="2026-10-19T15:33:19.821" v="1834" actId="1076"/>
          <ac:picMkLst>
            <pc:docMk/>
            <pc:sldMk cId="1228640332" sldId="262"/>
            <ac:picMk id="11" creationId="{AF2EEC69-4AFF-2AC0-544C-99CE2A4F0AFC}"/>
          </ac:picMkLst>
        </pc:picChg>
        <pc:picChg chg="add mod">
          <ac:chgData name="Emelie Olsson" userId="a7bfc415-b5b5-487c-9e95-2556723b1ead" providerId="ADAL" clId="{94775583-A4F2-B14F-8CE6-4868FB4D3DF9}" dt="2026-10-19T15:35:45.990" v="1882" actId="1076"/>
          <ac:picMkLst>
            <pc:docMk/>
            <pc:sldMk cId="1228640332" sldId="262"/>
            <ac:picMk id="14" creationId="{27FA709F-86C1-0837-662C-AF5D4AC02818}"/>
          </ac:picMkLst>
        </pc:picChg>
      </pc:sldChg>
      <pc:sldChg chg="modSp mod setBg modNotesTx">
        <pc:chgData name="Emelie Olsson" userId="a7bfc415-b5b5-487c-9e95-2556723b1ead" providerId="ADAL" clId="{94775583-A4F2-B14F-8CE6-4868FB4D3DF9}" dt="2026-10-19T19:42:11.711" v="2142" actId="1076"/>
        <pc:sldMkLst>
          <pc:docMk/>
          <pc:sldMk cId="1394679442" sldId="263"/>
        </pc:sldMkLst>
        <pc:spChg chg="mod">
          <ac:chgData name="Emelie Olsson" userId="a7bfc415-b5b5-487c-9e95-2556723b1ead" providerId="ADAL" clId="{94775583-A4F2-B14F-8CE6-4868FB4D3DF9}" dt="2026-10-19T15:29:41.887" v="1805" actId="1076"/>
          <ac:spMkLst>
            <pc:docMk/>
            <pc:sldMk cId="1394679442" sldId="263"/>
            <ac:spMk id="2" creationId="{0546F197-C4F3-D957-D8DD-D8C401B50F1E}"/>
          </ac:spMkLst>
        </pc:spChg>
        <pc:spChg chg="mod">
          <ac:chgData name="Emelie Olsson" userId="a7bfc415-b5b5-487c-9e95-2556723b1ead" providerId="ADAL" clId="{94775583-A4F2-B14F-8CE6-4868FB4D3DF9}" dt="2026-10-19T15:43:29.660" v="2106" actId="255"/>
          <ac:spMkLst>
            <pc:docMk/>
            <pc:sldMk cId="1394679442" sldId="263"/>
            <ac:spMk id="3" creationId="{438D0D5A-2061-52E3-A263-C76C4378F9D2}"/>
          </ac:spMkLst>
        </pc:spChg>
        <pc:picChg chg="mod">
          <ac:chgData name="Emelie Olsson" userId="a7bfc415-b5b5-487c-9e95-2556723b1ead" providerId="ADAL" clId="{94775583-A4F2-B14F-8CE6-4868FB4D3DF9}" dt="2026-10-19T19:42:11.078" v="2141" actId="1076"/>
          <ac:picMkLst>
            <pc:docMk/>
            <pc:sldMk cId="1394679442" sldId="263"/>
            <ac:picMk id="4" creationId="{8FDB89BF-5556-F2F1-5F9E-BC9E22A31ACF}"/>
          </ac:picMkLst>
        </pc:picChg>
        <pc:picChg chg="mod">
          <ac:chgData name="Emelie Olsson" userId="a7bfc415-b5b5-487c-9e95-2556723b1ead" providerId="ADAL" clId="{94775583-A4F2-B14F-8CE6-4868FB4D3DF9}" dt="2026-10-19T19:42:11.711" v="2142" actId="1076"/>
          <ac:picMkLst>
            <pc:docMk/>
            <pc:sldMk cId="1394679442" sldId="263"/>
            <ac:picMk id="5" creationId="{C261180C-0CA3-B1A0-B1A1-00D4CA9C28C9}"/>
          </ac:picMkLst>
        </pc:picChg>
      </pc:sldChg>
      <pc:sldChg chg="setBg">
        <pc:chgData name="Emelie Olsson" userId="a7bfc415-b5b5-487c-9e95-2556723b1ead" providerId="ADAL" clId="{94775583-A4F2-B14F-8CE6-4868FB4D3DF9}" dt="2026-10-19T15:01:25.058" v="1003"/>
        <pc:sldMkLst>
          <pc:docMk/>
          <pc:sldMk cId="1578336644" sldId="264"/>
        </pc:sldMkLst>
      </pc:sldChg>
      <pc:sldChg chg="addSp delSp modSp new mod modTransition setBg">
        <pc:chgData name="Emelie Olsson" userId="a7bfc415-b5b5-487c-9e95-2556723b1ead" providerId="ADAL" clId="{94775583-A4F2-B14F-8CE6-4868FB4D3DF9}" dt="2026-10-21T05:59:50.033" v="2143" actId="14100"/>
        <pc:sldMkLst>
          <pc:docMk/>
          <pc:sldMk cId="351493440" sldId="267"/>
        </pc:sldMkLst>
        <pc:spChg chg="mod">
          <ac:chgData name="Emelie Olsson" userId="a7bfc415-b5b5-487c-9e95-2556723b1ead" providerId="ADAL" clId="{94775583-A4F2-B14F-8CE6-4868FB4D3DF9}" dt="2026-10-19T15:27:58.142" v="1754" actId="33524"/>
          <ac:spMkLst>
            <pc:docMk/>
            <pc:sldMk cId="351493440" sldId="267"/>
            <ac:spMk id="3" creationId="{43FEAF3B-5F15-E349-662D-E7BE8F54B0A3}"/>
          </ac:spMkLst>
        </pc:spChg>
        <pc:spChg chg="add mod">
          <ac:chgData name="Emelie Olsson" userId="a7bfc415-b5b5-487c-9e95-2556723b1ead" providerId="ADAL" clId="{94775583-A4F2-B14F-8CE6-4868FB4D3DF9}" dt="2026-10-19T14:59:43.987" v="991" actId="1076"/>
          <ac:spMkLst>
            <pc:docMk/>
            <pc:sldMk cId="351493440" sldId="267"/>
            <ac:spMk id="4" creationId="{F3375387-E99E-AB97-FA29-FBBD8AB08A45}"/>
          </ac:spMkLst>
        </pc:spChg>
        <pc:picChg chg="add mod">
          <ac:chgData name="Emelie Olsson" userId="a7bfc415-b5b5-487c-9e95-2556723b1ead" providerId="ADAL" clId="{94775583-A4F2-B14F-8CE6-4868FB4D3DF9}" dt="2026-10-19T15:00:45.270" v="998"/>
          <ac:picMkLst>
            <pc:docMk/>
            <pc:sldMk cId="351493440" sldId="267"/>
            <ac:picMk id="5" creationId="{54DB52F7-B3BA-9E9B-3CC8-ECABC325B544}"/>
          </ac:picMkLst>
        </pc:picChg>
        <pc:picChg chg="add mod modCrop">
          <ac:chgData name="Emelie Olsson" userId="a7bfc415-b5b5-487c-9e95-2556723b1ead" providerId="ADAL" clId="{94775583-A4F2-B14F-8CE6-4868FB4D3DF9}" dt="2026-10-19T15:11:50.022" v="1320" actId="1076"/>
          <ac:picMkLst>
            <pc:docMk/>
            <pc:sldMk cId="351493440" sldId="267"/>
            <ac:picMk id="7" creationId="{3C31DDB5-106D-15A1-78F5-F59AD2B4A6AD}"/>
          </ac:picMkLst>
        </pc:picChg>
        <pc:picChg chg="add mod modCrop">
          <ac:chgData name="Emelie Olsson" userId="a7bfc415-b5b5-487c-9e95-2556723b1ead" providerId="ADAL" clId="{94775583-A4F2-B14F-8CE6-4868FB4D3DF9}" dt="2026-10-19T15:22:30.900" v="1644" actId="14100"/>
          <ac:picMkLst>
            <pc:docMk/>
            <pc:sldMk cId="351493440" sldId="267"/>
            <ac:picMk id="13" creationId="{F797CC16-1CC7-E093-E147-7FEABDA8CCB6}"/>
          </ac:picMkLst>
        </pc:picChg>
        <pc:picChg chg="add mod modCrop">
          <ac:chgData name="Emelie Olsson" userId="a7bfc415-b5b5-487c-9e95-2556723b1ead" providerId="ADAL" clId="{94775583-A4F2-B14F-8CE6-4868FB4D3DF9}" dt="2026-10-19T15:10:30.388" v="1255" actId="1076"/>
          <ac:picMkLst>
            <pc:docMk/>
            <pc:sldMk cId="351493440" sldId="267"/>
            <ac:picMk id="15" creationId="{E5380F2E-828A-2210-3EAD-B731965BC3CF}"/>
          </ac:picMkLst>
        </pc:picChg>
        <pc:picChg chg="add mod modCrop">
          <ac:chgData name="Emelie Olsson" userId="a7bfc415-b5b5-487c-9e95-2556723b1ead" providerId="ADAL" clId="{94775583-A4F2-B14F-8CE6-4868FB4D3DF9}" dt="2026-10-21T05:59:50.033" v="2143" actId="14100"/>
          <ac:picMkLst>
            <pc:docMk/>
            <pc:sldMk cId="351493440" sldId="267"/>
            <ac:picMk id="19" creationId="{56E2D68B-291E-D910-B0E7-43A97441D201}"/>
          </ac:picMkLst>
        </pc:picChg>
        <pc:picChg chg="add mod">
          <ac:chgData name="Emelie Olsson" userId="a7bfc415-b5b5-487c-9e95-2556723b1ead" providerId="ADAL" clId="{94775583-A4F2-B14F-8CE6-4868FB4D3DF9}" dt="2026-10-19T15:10:26.367" v="1252" actId="1076"/>
          <ac:picMkLst>
            <pc:docMk/>
            <pc:sldMk cId="351493440" sldId="267"/>
            <ac:picMk id="21" creationId="{42E58A96-41FD-D0FB-E036-6462C49AD080}"/>
          </ac:picMkLst>
        </pc:picChg>
        <pc:picChg chg="add mod">
          <ac:chgData name="Emelie Olsson" userId="a7bfc415-b5b5-487c-9e95-2556723b1ead" providerId="ADAL" clId="{94775583-A4F2-B14F-8CE6-4868FB4D3DF9}" dt="2026-10-19T15:12:04.436" v="1322" actId="1076"/>
          <ac:picMkLst>
            <pc:docMk/>
            <pc:sldMk cId="351493440" sldId="267"/>
            <ac:picMk id="23" creationId="{59A292BE-99AF-B8F3-09F3-976AA53F7920}"/>
          </ac:picMkLst>
        </pc:picChg>
        <pc:cxnChg chg="add mod">
          <ac:chgData name="Emelie Olsson" userId="a7bfc415-b5b5-487c-9e95-2556723b1ead" providerId="ADAL" clId="{94775583-A4F2-B14F-8CE6-4868FB4D3DF9}" dt="2026-10-21T05:59:50.033" v="2143" actId="14100"/>
          <ac:cxnSpMkLst>
            <pc:docMk/>
            <pc:sldMk cId="351493440" sldId="267"/>
            <ac:cxnSpMk id="25" creationId="{98285EE2-894F-A09F-AC25-A1DFD5F7BC88}"/>
          </ac:cxnSpMkLst>
        </pc:cxnChg>
      </pc:sldChg>
      <pc:sldChg chg="addSp delSp modSp new mod ord delAnim modAnim">
        <pc:chgData name="Emelie Olsson" userId="a7bfc415-b5b5-487c-9e95-2556723b1ead" providerId="ADAL" clId="{94775583-A4F2-B14F-8CE6-4868FB4D3DF9}" dt="2026-10-21T07:01:58.551" v="2148" actId="20578"/>
        <pc:sldMkLst>
          <pc:docMk/>
          <pc:sldMk cId="1252403799" sldId="268"/>
        </pc:sldMkLst>
        <pc:picChg chg="add mod">
          <ac:chgData name="Emelie Olsson" userId="a7bfc415-b5b5-487c-9e95-2556723b1ead" providerId="ADAL" clId="{94775583-A4F2-B14F-8CE6-4868FB4D3DF9}" dt="2026-10-19T15:15:15.207" v="1339"/>
          <ac:picMkLst>
            <pc:docMk/>
            <pc:sldMk cId="1252403799" sldId="268"/>
            <ac:picMk id="5" creationId="{C2297138-3002-68AF-B809-15782D957879}"/>
          </ac:picMkLst>
        </pc:picChg>
      </pc:sldChg>
      <pc:sldChg chg="new del mod modShow">
        <pc:chgData name="Emelie Olsson" userId="a7bfc415-b5b5-487c-9e95-2556723b1ead" providerId="ADAL" clId="{94775583-A4F2-B14F-8CE6-4868FB4D3DF9}" dt="2026-10-21T06:24:16.129" v="2146" actId="2696"/>
        <pc:sldMkLst>
          <pc:docMk/>
          <pc:sldMk cId="125182618" sldId="269"/>
        </pc:sldMkLst>
      </pc:sldChg>
      <pc:sldMasterChg chg="setBg modSldLayout">
        <pc:chgData name="Emelie Olsson" userId="a7bfc415-b5b5-487c-9e95-2556723b1ead" providerId="ADAL" clId="{94775583-A4F2-B14F-8CE6-4868FB4D3DF9}" dt="2026-10-19T15:01:25.058" v="1003"/>
        <pc:sldMasterMkLst>
          <pc:docMk/>
          <pc:sldMasterMk cId="22567583" sldId="2147483648"/>
        </pc:sldMasterMkLst>
        <pc:sldLayoutChg chg="setBg">
          <pc:chgData name="Emelie Olsson" userId="a7bfc415-b5b5-487c-9e95-2556723b1ead" providerId="ADAL" clId="{94775583-A4F2-B14F-8CE6-4868FB4D3DF9}" dt="2026-10-19T15:01:25.058" v="1003"/>
          <pc:sldLayoutMkLst>
            <pc:docMk/>
            <pc:sldMasterMk cId="22567583" sldId="2147483648"/>
            <pc:sldLayoutMk cId="2489830688" sldId="2147483649"/>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2294359010" sldId="2147483650"/>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1764679519" sldId="2147483651"/>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1520609622" sldId="2147483652"/>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3722073679" sldId="2147483653"/>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3558001065" sldId="2147483654"/>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3717007775" sldId="2147483655"/>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1073484625" sldId="2147483656"/>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4089561245" sldId="2147483657"/>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956090034" sldId="2147483658"/>
          </pc:sldLayoutMkLst>
        </pc:sldLayoutChg>
        <pc:sldLayoutChg chg="setBg">
          <pc:chgData name="Emelie Olsson" userId="a7bfc415-b5b5-487c-9e95-2556723b1ead" providerId="ADAL" clId="{94775583-A4F2-B14F-8CE6-4868FB4D3DF9}" dt="2026-10-19T15:01:25.058" v="1003"/>
          <pc:sldLayoutMkLst>
            <pc:docMk/>
            <pc:sldMasterMk cId="22567583" sldId="2147483648"/>
            <pc:sldLayoutMk cId="2906564475" sldId="2147483659"/>
          </pc:sldLayoutMkLst>
        </pc:sldLayoutChg>
      </pc:sldMasterChg>
    </pc:docChg>
  </pc:docChgLst>
  <pc:docChgLst>
    <pc:chgData name="Lina Svärd" userId="S::linasvar@ug.kth.se::a5749d48-e275-4efb-a3b3-0b7ed9940f2c" providerId="AD" clId="Web-{CE83DA4D-F910-48C0-51A7-765B3872A94B}"/>
    <pc:docChg chg="modSld">
      <pc:chgData name="Lina Svärd" userId="S::linasvar@ug.kth.se::a5749d48-e275-4efb-a3b3-0b7ed9940f2c" providerId="AD" clId="Web-{CE83DA4D-F910-48C0-51A7-765B3872A94B}" dt="2026-09-25T06:41:57.929" v="4" actId="14100"/>
      <pc:docMkLst>
        <pc:docMk/>
      </pc:docMkLst>
      <pc:sldChg chg="modSp">
        <pc:chgData name="Lina Svärd" userId="S::linasvar@ug.kth.se::a5749d48-e275-4efb-a3b3-0b7ed9940f2c" providerId="AD" clId="Web-{CE83DA4D-F910-48C0-51A7-765B3872A94B}" dt="2026-09-25T06:41:57.929" v="4" actId="14100"/>
        <pc:sldMkLst>
          <pc:docMk/>
          <pc:sldMk cId="1940677573" sldId="257"/>
        </pc:sldMkLst>
        <pc:spChg chg="mod">
          <ac:chgData name="Lina Svärd" userId="S::linasvar@ug.kth.se::a5749d48-e275-4efb-a3b3-0b7ed9940f2c" providerId="AD" clId="Web-{CE83DA4D-F910-48C0-51A7-765B3872A94B}" dt="2026-09-25T06:41:57.929" v="4" actId="14100"/>
          <ac:spMkLst>
            <pc:docMk/>
            <pc:sldMk cId="1940677573" sldId="257"/>
            <ac:spMk id="41" creationId="{EC68C428-1632-51AE-CE23-0333ADF53719}"/>
          </ac:spMkLst>
        </pc:spChg>
      </pc:sldChg>
      <pc:sldChg chg="modNotes">
        <pc:chgData name="Lina Svärd" userId="S::linasvar@ug.kth.se::a5749d48-e275-4efb-a3b3-0b7ed9940f2c" providerId="AD" clId="Web-{CE83DA4D-F910-48C0-51A7-765B3872A94B}" dt="2026-09-24T18:25:57.678" v="2"/>
        <pc:sldMkLst>
          <pc:docMk/>
          <pc:sldMk cId="4052317206" sldId="258"/>
        </pc:sldMkLst>
      </pc:sldChg>
    </pc:docChg>
  </pc:docChgLst>
  <pc:docChgLst>
    <pc:chgData name="Emma Andersson" userId="S::emian2@ug.kth.se::f6c1d44b-c628-4cfc-bf48-e270cf72661f" providerId="AD" clId="Web-{6428F126-A031-D5AD-5925-36F67148C670}"/>
    <pc:docChg chg="addSld delSld">
      <pc:chgData name="Emma Andersson" userId="S::emian2@ug.kth.se::f6c1d44b-c628-4cfc-bf48-e270cf72661f" providerId="AD" clId="Web-{6428F126-A031-D5AD-5925-36F67148C670}" dt="2026-09-24T14:39:59.772" v="1"/>
      <pc:docMkLst>
        <pc:docMk/>
      </pc:docMkLst>
    </pc:docChg>
  </pc:docChgLst>
  <pc:docChgLst>
    <pc:chgData name="Emma Andersson" userId="S::emian2@ug.kth.se::f6c1d44b-c628-4cfc-bf48-e270cf72661f" providerId="AD" clId="Web-{CC93617C-B2B2-B57E-3ADC-D5F5AA926DB9}"/>
    <pc:docChg chg="addSld delSld modSld">
      <pc:chgData name="Emma Andersson" userId="S::emian2@ug.kth.se::f6c1d44b-c628-4cfc-bf48-e270cf72661f" providerId="AD" clId="Web-{CC93617C-B2B2-B57E-3ADC-D5F5AA926DB9}" dt="2026-10-19T19:39:52.988" v="331" actId="14100"/>
      <pc:docMkLst>
        <pc:docMk/>
      </pc:docMkLst>
      <pc:sldChg chg="addSp delSp modSp">
        <pc:chgData name="Emma Andersson" userId="S::emian2@ug.kth.se::f6c1d44b-c628-4cfc-bf48-e270cf72661f" providerId="AD" clId="Web-{CC93617C-B2B2-B57E-3ADC-D5F5AA926DB9}" dt="2026-10-19T19:39:52.988" v="331" actId="14100"/>
        <pc:sldMkLst>
          <pc:docMk/>
          <pc:sldMk cId="1394679442" sldId="263"/>
        </pc:sldMkLst>
        <pc:spChg chg="mod">
          <ac:chgData name="Emma Andersson" userId="S::emian2@ug.kth.se::f6c1d44b-c628-4cfc-bf48-e270cf72661f" providerId="AD" clId="Web-{CC93617C-B2B2-B57E-3ADC-D5F5AA926DB9}" dt="2026-10-19T19:39:52.988" v="331" actId="14100"/>
          <ac:spMkLst>
            <pc:docMk/>
            <pc:sldMk cId="1394679442" sldId="263"/>
            <ac:spMk id="3" creationId="{438D0D5A-2061-52E3-A263-C76C4378F9D2}"/>
          </ac:spMkLst>
        </pc:spChg>
      </pc:sldChg>
    </pc:docChg>
  </pc:docChgLst>
  <pc:docChgLst>
    <pc:chgData name="Moa Nilsson" userId="S::moanilss@ug.kth.se::3aa95f31-e750-4da0-8c1b-aac8262316f3" providerId="AD" clId="Web-{00000000-0000-0000-0000-000000000000}"/>
    <pc:docChg chg="modSld">
      <pc:chgData name="Moa Nilsson" userId="S::moanilss@ug.kth.se::3aa95f31-e750-4da0-8c1b-aac8262316f3" providerId="AD" clId="Web-{00000000-0000-0000-0000-000000000000}" dt="2026-10-19T19:40:12.587" v="2" actId="1076"/>
      <pc:docMkLst>
        <pc:docMk/>
      </pc:docMkLst>
      <pc:sldChg chg="addSp modSp">
        <pc:chgData name="Moa Nilsson" userId="S::moanilss@ug.kth.se::3aa95f31-e750-4da0-8c1b-aac8262316f3" providerId="AD" clId="Web-{00000000-0000-0000-0000-000000000000}" dt="2026-10-19T19:40:12.587" v="2" actId="1076"/>
        <pc:sldMkLst>
          <pc:docMk/>
          <pc:sldMk cId="1394679442" sldId="263"/>
        </pc:sldMkLst>
        <pc:picChg chg="add mod">
          <ac:chgData name="Moa Nilsson" userId="S::moanilss@ug.kth.se::3aa95f31-e750-4da0-8c1b-aac8262316f3" providerId="AD" clId="Web-{00000000-0000-0000-0000-000000000000}" dt="2026-10-19T19:40:12.587" v="2" actId="1076"/>
          <ac:picMkLst>
            <pc:docMk/>
            <pc:sldMk cId="1394679442" sldId="263"/>
            <ac:picMk id="4" creationId="{8FDB89BF-5556-F2F1-5F9E-BC9E22A31ACF}"/>
          </ac:picMkLst>
        </pc:picChg>
      </pc:sldChg>
    </pc:docChg>
  </pc:docChgLst>
  <pc:docChgLst>
    <pc:chgData name="Emelie Olsson" userId="a7bfc415-b5b5-487c-9e95-2556723b1ead" providerId="ADAL" clId="{667D988B-F001-2849-97EB-C5A969E82F5F}"/>
    <pc:docChg chg="undo custSel addSld modSld sldOrd">
      <pc:chgData name="Emelie Olsson" userId="a7bfc415-b5b5-487c-9e95-2556723b1ead" providerId="ADAL" clId="{667D988B-F001-2849-97EB-C5A969E82F5F}" dt="2026-09-25T11:43:21.106" v="756"/>
      <pc:docMkLst>
        <pc:docMk/>
      </pc:docMkLst>
      <pc:sldChg chg="addSp delSp modSp mod">
        <pc:chgData name="Emelie Olsson" userId="a7bfc415-b5b5-487c-9e95-2556723b1ead" providerId="ADAL" clId="{667D988B-F001-2849-97EB-C5A969E82F5F}" dt="2026-09-25T11:43:21.106" v="756"/>
        <pc:sldMkLst>
          <pc:docMk/>
          <pc:sldMk cId="1940677573" sldId="257"/>
        </pc:sldMkLst>
        <pc:spChg chg="mod">
          <ac:chgData name="Emelie Olsson" userId="a7bfc415-b5b5-487c-9e95-2556723b1ead" providerId="ADAL" clId="{667D988B-F001-2849-97EB-C5A969E82F5F}" dt="2026-09-25T10:29:15.959" v="753" actId="1076"/>
          <ac:spMkLst>
            <pc:docMk/>
            <pc:sldMk cId="1940677573" sldId="257"/>
            <ac:spMk id="41" creationId="{EC68C428-1632-51AE-CE23-0333ADF53719}"/>
          </ac:spMkLst>
        </pc:spChg>
      </pc:sldChg>
      <pc:sldChg chg="addSp delSp modSp mod modNotesTx">
        <pc:chgData name="Emelie Olsson" userId="a7bfc415-b5b5-487c-9e95-2556723b1ead" providerId="ADAL" clId="{667D988B-F001-2849-97EB-C5A969E82F5F}" dt="2026-09-24T07:20:49.570" v="386" actId="20577"/>
        <pc:sldMkLst>
          <pc:docMk/>
          <pc:sldMk cId="1228640332" sldId="262"/>
        </pc:sldMkLst>
        <pc:spChg chg="mod">
          <ac:chgData name="Emelie Olsson" userId="a7bfc415-b5b5-487c-9e95-2556723b1ead" providerId="ADAL" clId="{667D988B-F001-2849-97EB-C5A969E82F5F}" dt="2026-09-24T07:11:23.555" v="110" actId="14100"/>
          <ac:spMkLst>
            <pc:docMk/>
            <pc:sldMk cId="1228640332" sldId="262"/>
            <ac:spMk id="2" creationId="{22BC9498-00F5-6B7E-A2E2-C6D6E7AB69C8}"/>
          </ac:spMkLst>
        </pc:spChg>
      </pc:sldChg>
      <pc:sldChg chg="modSp mod modNotesTx">
        <pc:chgData name="Emelie Olsson" userId="a7bfc415-b5b5-487c-9e95-2556723b1ead" providerId="ADAL" clId="{667D988B-F001-2849-97EB-C5A969E82F5F}" dt="2026-09-25T06:19:34.587" v="751" actId="20577"/>
        <pc:sldMkLst>
          <pc:docMk/>
          <pc:sldMk cId="1394679442" sldId="263"/>
        </pc:sldMkLst>
        <pc:spChg chg="mod">
          <ac:chgData name="Emelie Olsson" userId="a7bfc415-b5b5-487c-9e95-2556723b1ead" providerId="ADAL" clId="{667D988B-F001-2849-97EB-C5A969E82F5F}" dt="2026-09-25T06:18:49.773" v="680" actId="20577"/>
          <ac:spMkLst>
            <pc:docMk/>
            <pc:sldMk cId="1394679442" sldId="263"/>
            <ac:spMk id="3" creationId="{438D0D5A-2061-52E3-A263-C76C4378F9D2}"/>
          </ac:spMkLst>
        </pc:spChg>
      </pc:sldChg>
    </pc:docChg>
  </pc:docChgLst>
  <pc:docChgLst>
    <pc:chgData name="Lina Svärd" userId="S::linasvar@ug.kth.se::a5749d48-e275-4efb-a3b3-0b7ed9940f2c" providerId="AD" clId="Web-{C8C46792-7467-1C00-3367-FAD179AD9AFE}"/>
    <pc:docChg chg="modSld">
      <pc:chgData name="Lina Svärd" userId="S::linasvar@ug.kth.se::a5749d48-e275-4efb-a3b3-0b7ed9940f2c" providerId="AD" clId="Web-{C8C46792-7467-1C00-3367-FAD179AD9AFE}" dt="2026-10-20T11:06:49.711" v="225"/>
      <pc:docMkLst>
        <pc:docMk/>
      </pc:docMkLst>
      <pc:sldChg chg="modNotes">
        <pc:chgData name="Lina Svärd" userId="S::linasvar@ug.kth.se::a5749d48-e275-4efb-a3b3-0b7ed9940f2c" providerId="AD" clId="Web-{C8C46792-7467-1C00-3367-FAD179AD9AFE}" dt="2026-10-20T10:00:23.337" v="139"/>
        <pc:sldMkLst>
          <pc:docMk/>
          <pc:sldMk cId="4052317206" sldId="258"/>
        </pc:sldMkLst>
      </pc:sldChg>
      <pc:sldChg chg="modNotes">
        <pc:chgData name="Lina Svärd" userId="S::linasvar@ug.kth.se::a5749d48-e275-4efb-a3b3-0b7ed9940f2c" providerId="AD" clId="Web-{C8C46792-7467-1C00-3367-FAD179AD9AFE}" dt="2026-10-20T10:06:33.710" v="153"/>
        <pc:sldMkLst>
          <pc:docMk/>
          <pc:sldMk cId="1753468048" sldId="259"/>
        </pc:sldMkLst>
      </pc:sldChg>
      <pc:sldChg chg="modNotes">
        <pc:chgData name="Lina Svärd" userId="S::linasvar@ug.kth.se::a5749d48-e275-4efb-a3b3-0b7ed9940f2c" providerId="AD" clId="Web-{C8C46792-7467-1C00-3367-FAD179AD9AFE}" dt="2026-10-20T10:13:31.817" v="179"/>
        <pc:sldMkLst>
          <pc:docMk/>
          <pc:sldMk cId="3031588361" sldId="261"/>
        </pc:sldMkLst>
      </pc:sldChg>
      <pc:sldChg chg="modNotes">
        <pc:chgData name="Lina Svärd" userId="S::linasvar@ug.kth.se::a5749d48-e275-4efb-a3b3-0b7ed9940f2c" providerId="AD" clId="Web-{C8C46792-7467-1C00-3367-FAD179AD9AFE}" dt="2026-10-20T10:12:01.364" v="160"/>
        <pc:sldMkLst>
          <pc:docMk/>
          <pc:sldMk cId="1228640332" sldId="262"/>
        </pc:sldMkLst>
      </pc:sldChg>
      <pc:sldChg chg="modNotes">
        <pc:chgData name="Lina Svärd" userId="S::linasvar@ug.kth.se::a5749d48-e275-4efb-a3b3-0b7ed9940f2c" providerId="AD" clId="Web-{C8C46792-7467-1C00-3367-FAD179AD9AFE}" dt="2026-10-20T11:02:55.050" v="220"/>
        <pc:sldMkLst>
          <pc:docMk/>
          <pc:sldMk cId="1394679442" sldId="263"/>
        </pc:sldMkLst>
      </pc:sldChg>
      <pc:sldChg chg="modNotes">
        <pc:chgData name="Lina Svärd" userId="S::linasvar@ug.kth.se::a5749d48-e275-4efb-a3b3-0b7ed9940f2c" providerId="AD" clId="Web-{C8C46792-7467-1C00-3367-FAD179AD9AFE}" dt="2026-10-20T11:06:49.711" v="225"/>
        <pc:sldMkLst>
          <pc:docMk/>
          <pc:sldMk cId="351493440" sldId="267"/>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C1695C-9121-4698-BB2B-DC8632795F10}" type="doc">
      <dgm:prSet loTypeId="urn:microsoft.com/office/officeart/2018/5/layout/IconCircleLabelList" loCatId="icon" qsTypeId="urn:microsoft.com/office/officeart/2005/8/quickstyle/3d1" qsCatId="3D" csTypeId="urn:microsoft.com/office/officeart/2005/8/colors/accent1_2" csCatId="accent1" phldr="1"/>
      <dgm:spPr/>
      <dgm:t>
        <a:bodyPr/>
        <a:lstStyle/>
        <a:p>
          <a:endParaRPr lang="en-US"/>
        </a:p>
      </dgm:t>
    </dgm:pt>
    <dgm:pt modelId="{B00E41AB-E933-411F-AB7D-CC393E227D74}">
      <dgm:prSet/>
      <dgm:spPr/>
      <dgm:t>
        <a:bodyPr/>
        <a:lstStyle/>
        <a:p>
          <a:pPr>
            <a:lnSpc>
              <a:spcPct val="100000"/>
            </a:lnSpc>
            <a:defRPr cap="all"/>
          </a:pPr>
          <a:r>
            <a:rPr lang="en-US">
              <a:latin typeface="American Typewriter" panose="02090604020004020304" pitchFamily="18" charset="77"/>
            </a:rPr>
            <a:t>Who are we?</a:t>
          </a:r>
        </a:p>
      </dgm:t>
    </dgm:pt>
    <dgm:pt modelId="{33BE7C8D-7E76-42B3-B2C7-ADE3A8D3E528}" type="parTrans" cxnId="{953702F1-14BD-43BF-97A1-8D574B1A8797}">
      <dgm:prSet/>
      <dgm:spPr/>
      <dgm:t>
        <a:bodyPr/>
        <a:lstStyle/>
        <a:p>
          <a:endParaRPr lang="en-US"/>
        </a:p>
      </dgm:t>
    </dgm:pt>
    <dgm:pt modelId="{BB9BA50A-E35B-4A37-AE4A-B271FEEAB7B2}" type="sibTrans" cxnId="{953702F1-14BD-43BF-97A1-8D574B1A8797}">
      <dgm:prSet/>
      <dgm:spPr/>
      <dgm:t>
        <a:bodyPr/>
        <a:lstStyle/>
        <a:p>
          <a:endParaRPr lang="en-US"/>
        </a:p>
      </dgm:t>
    </dgm:pt>
    <dgm:pt modelId="{B53916E2-D2BC-42C1-990C-E0DD4BFF2D85}">
      <dgm:prSet/>
      <dgm:spPr/>
      <dgm:t>
        <a:bodyPr/>
        <a:lstStyle/>
        <a:p>
          <a:pPr>
            <a:lnSpc>
              <a:spcPct val="100000"/>
            </a:lnSpc>
            <a:defRPr cap="all"/>
          </a:pPr>
          <a:r>
            <a:rPr lang="en-US">
              <a:latin typeface="American Typewriter" panose="02090604020004020304" pitchFamily="18" charset="77"/>
            </a:rPr>
            <a:t>Our idea</a:t>
          </a:r>
        </a:p>
      </dgm:t>
    </dgm:pt>
    <dgm:pt modelId="{6E26AFE1-F077-4401-BEA2-CF249B6EBD0D}" type="parTrans" cxnId="{D73306C4-F0B8-470E-9154-12E570D79504}">
      <dgm:prSet/>
      <dgm:spPr/>
      <dgm:t>
        <a:bodyPr/>
        <a:lstStyle/>
        <a:p>
          <a:endParaRPr lang="en-US"/>
        </a:p>
      </dgm:t>
    </dgm:pt>
    <dgm:pt modelId="{151ED12D-5BAA-4C2D-A070-04DE333190BB}" type="sibTrans" cxnId="{D73306C4-F0B8-470E-9154-12E570D79504}">
      <dgm:prSet/>
      <dgm:spPr/>
      <dgm:t>
        <a:bodyPr/>
        <a:lstStyle/>
        <a:p>
          <a:endParaRPr lang="en-US"/>
        </a:p>
      </dgm:t>
    </dgm:pt>
    <dgm:pt modelId="{C7C31B20-45FC-4229-A729-5903581BEF5E}">
      <dgm:prSet/>
      <dgm:spPr/>
      <dgm:t>
        <a:bodyPr/>
        <a:lstStyle/>
        <a:p>
          <a:pPr>
            <a:lnSpc>
              <a:spcPct val="100000"/>
            </a:lnSpc>
            <a:defRPr cap="all"/>
          </a:pPr>
          <a:r>
            <a:rPr lang="en-US">
              <a:latin typeface="American Typewriter" panose="02090604020004020304" pitchFamily="18" charset="77"/>
            </a:rPr>
            <a:t>Who is our product for?</a:t>
          </a:r>
        </a:p>
      </dgm:t>
    </dgm:pt>
    <dgm:pt modelId="{F53C2291-0910-426F-9EFF-6409A5B5ABDA}" type="parTrans" cxnId="{780BDC41-0047-4CB7-9785-9BBF9545BE5D}">
      <dgm:prSet/>
      <dgm:spPr/>
      <dgm:t>
        <a:bodyPr/>
        <a:lstStyle/>
        <a:p>
          <a:endParaRPr lang="en-US"/>
        </a:p>
      </dgm:t>
    </dgm:pt>
    <dgm:pt modelId="{4BBF58DC-39CB-418B-939A-C60494241E39}" type="sibTrans" cxnId="{780BDC41-0047-4CB7-9785-9BBF9545BE5D}">
      <dgm:prSet/>
      <dgm:spPr/>
      <dgm:t>
        <a:bodyPr/>
        <a:lstStyle/>
        <a:p>
          <a:endParaRPr lang="en-US"/>
        </a:p>
      </dgm:t>
    </dgm:pt>
    <dgm:pt modelId="{09C365C4-AB02-4607-8E18-B06DE40E0F7A}" type="pres">
      <dgm:prSet presAssocID="{38C1695C-9121-4698-BB2B-DC8632795F10}" presName="root" presStyleCnt="0">
        <dgm:presLayoutVars>
          <dgm:dir/>
          <dgm:resizeHandles val="exact"/>
        </dgm:presLayoutVars>
      </dgm:prSet>
      <dgm:spPr/>
    </dgm:pt>
    <dgm:pt modelId="{10EBBFEA-10C4-4357-A4BE-BBFAD261804C}" type="pres">
      <dgm:prSet presAssocID="{B00E41AB-E933-411F-AB7D-CC393E227D74}" presName="compNode" presStyleCnt="0"/>
      <dgm:spPr/>
    </dgm:pt>
    <dgm:pt modelId="{80B074BD-A590-49D9-821C-D7A92A37545F}" type="pres">
      <dgm:prSet presAssocID="{B00E41AB-E933-411F-AB7D-CC393E227D74}" presName="iconBgRect" presStyleLbl="bgShp" presStyleIdx="0" presStyleCnt="3"/>
      <dgm:spPr/>
    </dgm:pt>
    <dgm:pt modelId="{65F18638-DCCF-4635-9B92-AF9889CEE2C9}" type="pres">
      <dgm:prSet presAssocID="{B00E41AB-E933-411F-AB7D-CC393E227D7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Group of People"/>
        </a:ext>
      </dgm:extLst>
    </dgm:pt>
    <dgm:pt modelId="{15A3BF07-3385-4D5C-874C-D4EDBEF7F22D}" type="pres">
      <dgm:prSet presAssocID="{B00E41AB-E933-411F-AB7D-CC393E227D74}" presName="spaceRect" presStyleCnt="0"/>
      <dgm:spPr/>
    </dgm:pt>
    <dgm:pt modelId="{53183277-D9E0-4F70-9377-E666B5440618}" type="pres">
      <dgm:prSet presAssocID="{B00E41AB-E933-411F-AB7D-CC393E227D74}" presName="textRect" presStyleLbl="revTx" presStyleIdx="0" presStyleCnt="3">
        <dgm:presLayoutVars>
          <dgm:chMax val="1"/>
          <dgm:chPref val="1"/>
        </dgm:presLayoutVars>
      </dgm:prSet>
      <dgm:spPr/>
    </dgm:pt>
    <dgm:pt modelId="{E356F94D-9554-45F2-B28B-F86D374B8009}" type="pres">
      <dgm:prSet presAssocID="{BB9BA50A-E35B-4A37-AE4A-B271FEEAB7B2}" presName="sibTrans" presStyleCnt="0"/>
      <dgm:spPr/>
    </dgm:pt>
    <dgm:pt modelId="{9695B16C-7027-421E-8CD8-F1AF3BF04271}" type="pres">
      <dgm:prSet presAssocID="{B53916E2-D2BC-42C1-990C-E0DD4BFF2D85}" presName="compNode" presStyleCnt="0"/>
      <dgm:spPr/>
    </dgm:pt>
    <dgm:pt modelId="{11808703-E5BA-4095-A826-7AF6C14F7BF4}" type="pres">
      <dgm:prSet presAssocID="{B53916E2-D2BC-42C1-990C-E0DD4BFF2D85}" presName="iconBgRect" presStyleLbl="bgShp" presStyleIdx="1" presStyleCnt="3"/>
      <dgm:spPr/>
    </dgm:pt>
    <dgm:pt modelId="{2FE12AF8-2B9B-4C79-BBDA-A6F28563203A}" type="pres">
      <dgm:prSet presAssocID="{B53916E2-D2BC-42C1-990C-E0DD4BFF2D8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lödlampa"/>
        </a:ext>
      </dgm:extLst>
    </dgm:pt>
    <dgm:pt modelId="{249E9870-D1B8-49B5-AB09-EB88003B392B}" type="pres">
      <dgm:prSet presAssocID="{B53916E2-D2BC-42C1-990C-E0DD4BFF2D85}" presName="spaceRect" presStyleCnt="0"/>
      <dgm:spPr/>
    </dgm:pt>
    <dgm:pt modelId="{5659EB9B-C0C9-473B-9CA0-9B1C7D1F6BFC}" type="pres">
      <dgm:prSet presAssocID="{B53916E2-D2BC-42C1-990C-E0DD4BFF2D85}" presName="textRect" presStyleLbl="revTx" presStyleIdx="1" presStyleCnt="3">
        <dgm:presLayoutVars>
          <dgm:chMax val="1"/>
          <dgm:chPref val="1"/>
        </dgm:presLayoutVars>
      </dgm:prSet>
      <dgm:spPr/>
    </dgm:pt>
    <dgm:pt modelId="{D4872998-F3E0-4B9F-9A0B-95DE3B58D68D}" type="pres">
      <dgm:prSet presAssocID="{151ED12D-5BAA-4C2D-A070-04DE333190BB}" presName="sibTrans" presStyleCnt="0"/>
      <dgm:spPr/>
    </dgm:pt>
    <dgm:pt modelId="{21267845-3E39-4ECF-AFF9-50826CD4614C}" type="pres">
      <dgm:prSet presAssocID="{C7C31B20-45FC-4229-A729-5903581BEF5E}" presName="compNode" presStyleCnt="0"/>
      <dgm:spPr/>
    </dgm:pt>
    <dgm:pt modelId="{64AFD323-FE37-45C5-9165-30D9473DCA80}" type="pres">
      <dgm:prSet presAssocID="{C7C31B20-45FC-4229-A729-5903581BEF5E}" presName="iconBgRect" presStyleLbl="bgShp" presStyleIdx="2" presStyleCnt="3"/>
      <dgm:spPr/>
    </dgm:pt>
    <dgm:pt modelId="{CCE5DDC5-228C-41F8-8250-85BBFF844B1E}" type="pres">
      <dgm:prSet presAssocID="{C7C31B20-45FC-4229-A729-5903581BEF5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Användare"/>
        </a:ext>
      </dgm:extLst>
    </dgm:pt>
    <dgm:pt modelId="{8EE5D5CA-73FA-4048-AACF-B16E6A62B0C2}" type="pres">
      <dgm:prSet presAssocID="{C7C31B20-45FC-4229-A729-5903581BEF5E}" presName="spaceRect" presStyleCnt="0"/>
      <dgm:spPr/>
    </dgm:pt>
    <dgm:pt modelId="{329F8CE0-41A6-4EA1-9632-92C8EABDAF3D}" type="pres">
      <dgm:prSet presAssocID="{C7C31B20-45FC-4229-A729-5903581BEF5E}" presName="textRect" presStyleLbl="revTx" presStyleIdx="2" presStyleCnt="3">
        <dgm:presLayoutVars>
          <dgm:chMax val="1"/>
          <dgm:chPref val="1"/>
        </dgm:presLayoutVars>
      </dgm:prSet>
      <dgm:spPr/>
    </dgm:pt>
  </dgm:ptLst>
  <dgm:cxnLst>
    <dgm:cxn modelId="{780BDC41-0047-4CB7-9785-9BBF9545BE5D}" srcId="{38C1695C-9121-4698-BB2B-DC8632795F10}" destId="{C7C31B20-45FC-4229-A729-5903581BEF5E}" srcOrd="2" destOrd="0" parTransId="{F53C2291-0910-426F-9EFF-6409A5B5ABDA}" sibTransId="{4BBF58DC-39CB-418B-939A-C60494241E39}"/>
    <dgm:cxn modelId="{2EB4AB75-891C-4C1C-AB61-75D685FCD09B}" type="presOf" srcId="{38C1695C-9121-4698-BB2B-DC8632795F10}" destId="{09C365C4-AB02-4607-8E18-B06DE40E0F7A}" srcOrd="0" destOrd="0" presId="urn:microsoft.com/office/officeart/2018/5/layout/IconCircleLabelList"/>
    <dgm:cxn modelId="{D73306C4-F0B8-470E-9154-12E570D79504}" srcId="{38C1695C-9121-4698-BB2B-DC8632795F10}" destId="{B53916E2-D2BC-42C1-990C-E0DD4BFF2D85}" srcOrd="1" destOrd="0" parTransId="{6E26AFE1-F077-4401-BEA2-CF249B6EBD0D}" sibTransId="{151ED12D-5BAA-4C2D-A070-04DE333190BB}"/>
    <dgm:cxn modelId="{BC6597D2-A069-404C-BC37-BE04D1015037}" type="presOf" srcId="{C7C31B20-45FC-4229-A729-5903581BEF5E}" destId="{329F8CE0-41A6-4EA1-9632-92C8EABDAF3D}" srcOrd="0" destOrd="0" presId="urn:microsoft.com/office/officeart/2018/5/layout/IconCircleLabelList"/>
    <dgm:cxn modelId="{DD98FAE3-205C-4273-AB5C-6B213CFDBEFC}" type="presOf" srcId="{B00E41AB-E933-411F-AB7D-CC393E227D74}" destId="{53183277-D9E0-4F70-9377-E666B5440618}" srcOrd="0" destOrd="0" presId="urn:microsoft.com/office/officeart/2018/5/layout/IconCircleLabelList"/>
    <dgm:cxn modelId="{953702F1-14BD-43BF-97A1-8D574B1A8797}" srcId="{38C1695C-9121-4698-BB2B-DC8632795F10}" destId="{B00E41AB-E933-411F-AB7D-CC393E227D74}" srcOrd="0" destOrd="0" parTransId="{33BE7C8D-7E76-42B3-B2C7-ADE3A8D3E528}" sibTransId="{BB9BA50A-E35B-4A37-AE4A-B271FEEAB7B2}"/>
    <dgm:cxn modelId="{FE1778F1-1589-4619-AED1-8358A73787AA}" type="presOf" srcId="{B53916E2-D2BC-42C1-990C-E0DD4BFF2D85}" destId="{5659EB9B-C0C9-473B-9CA0-9B1C7D1F6BFC}" srcOrd="0" destOrd="0" presId="urn:microsoft.com/office/officeart/2018/5/layout/IconCircleLabelList"/>
    <dgm:cxn modelId="{65C29DAE-9B40-4ABA-9563-3010D515239F}" type="presParOf" srcId="{09C365C4-AB02-4607-8E18-B06DE40E0F7A}" destId="{10EBBFEA-10C4-4357-A4BE-BBFAD261804C}" srcOrd="0" destOrd="0" presId="urn:microsoft.com/office/officeart/2018/5/layout/IconCircleLabelList"/>
    <dgm:cxn modelId="{17710694-7B91-42B1-BD2D-232259B8D20F}" type="presParOf" srcId="{10EBBFEA-10C4-4357-A4BE-BBFAD261804C}" destId="{80B074BD-A590-49D9-821C-D7A92A37545F}" srcOrd="0" destOrd="0" presId="urn:microsoft.com/office/officeart/2018/5/layout/IconCircleLabelList"/>
    <dgm:cxn modelId="{525E567A-A385-43FB-AFA2-740EC064CA74}" type="presParOf" srcId="{10EBBFEA-10C4-4357-A4BE-BBFAD261804C}" destId="{65F18638-DCCF-4635-9B92-AF9889CEE2C9}" srcOrd="1" destOrd="0" presId="urn:microsoft.com/office/officeart/2018/5/layout/IconCircleLabelList"/>
    <dgm:cxn modelId="{1E18F08D-D848-49A6-A7CD-D3680E22BA47}" type="presParOf" srcId="{10EBBFEA-10C4-4357-A4BE-BBFAD261804C}" destId="{15A3BF07-3385-4D5C-874C-D4EDBEF7F22D}" srcOrd="2" destOrd="0" presId="urn:microsoft.com/office/officeart/2018/5/layout/IconCircleLabelList"/>
    <dgm:cxn modelId="{0FD53526-A6B2-422B-A4F0-960ED15B1203}" type="presParOf" srcId="{10EBBFEA-10C4-4357-A4BE-BBFAD261804C}" destId="{53183277-D9E0-4F70-9377-E666B5440618}" srcOrd="3" destOrd="0" presId="urn:microsoft.com/office/officeart/2018/5/layout/IconCircleLabelList"/>
    <dgm:cxn modelId="{14CD6080-6ED7-4F45-B965-2CFAA6A5FA1A}" type="presParOf" srcId="{09C365C4-AB02-4607-8E18-B06DE40E0F7A}" destId="{E356F94D-9554-45F2-B28B-F86D374B8009}" srcOrd="1" destOrd="0" presId="urn:microsoft.com/office/officeart/2018/5/layout/IconCircleLabelList"/>
    <dgm:cxn modelId="{631CF572-BFBA-4E76-A25E-0F18E0879AE5}" type="presParOf" srcId="{09C365C4-AB02-4607-8E18-B06DE40E0F7A}" destId="{9695B16C-7027-421E-8CD8-F1AF3BF04271}" srcOrd="2" destOrd="0" presId="urn:microsoft.com/office/officeart/2018/5/layout/IconCircleLabelList"/>
    <dgm:cxn modelId="{B97041B9-FE56-4968-BD7B-3A01F894A9E4}" type="presParOf" srcId="{9695B16C-7027-421E-8CD8-F1AF3BF04271}" destId="{11808703-E5BA-4095-A826-7AF6C14F7BF4}" srcOrd="0" destOrd="0" presId="urn:microsoft.com/office/officeart/2018/5/layout/IconCircleLabelList"/>
    <dgm:cxn modelId="{CA55FC7A-B775-4581-B36E-64888F94FB6C}" type="presParOf" srcId="{9695B16C-7027-421E-8CD8-F1AF3BF04271}" destId="{2FE12AF8-2B9B-4C79-BBDA-A6F28563203A}" srcOrd="1" destOrd="0" presId="urn:microsoft.com/office/officeart/2018/5/layout/IconCircleLabelList"/>
    <dgm:cxn modelId="{76A56B15-5136-489E-AB75-7BC84BF79CDE}" type="presParOf" srcId="{9695B16C-7027-421E-8CD8-F1AF3BF04271}" destId="{249E9870-D1B8-49B5-AB09-EB88003B392B}" srcOrd="2" destOrd="0" presId="urn:microsoft.com/office/officeart/2018/5/layout/IconCircleLabelList"/>
    <dgm:cxn modelId="{A9E4CDDC-2C32-4DA0-932C-118EE2A4B9DB}" type="presParOf" srcId="{9695B16C-7027-421E-8CD8-F1AF3BF04271}" destId="{5659EB9B-C0C9-473B-9CA0-9B1C7D1F6BFC}" srcOrd="3" destOrd="0" presId="urn:microsoft.com/office/officeart/2018/5/layout/IconCircleLabelList"/>
    <dgm:cxn modelId="{FA64C52E-CFF1-4DAB-9071-30798D79FB50}" type="presParOf" srcId="{09C365C4-AB02-4607-8E18-B06DE40E0F7A}" destId="{D4872998-F3E0-4B9F-9A0B-95DE3B58D68D}" srcOrd="3" destOrd="0" presId="urn:microsoft.com/office/officeart/2018/5/layout/IconCircleLabelList"/>
    <dgm:cxn modelId="{FDAFF2FC-989D-4332-83DB-E2A9B1C26009}" type="presParOf" srcId="{09C365C4-AB02-4607-8E18-B06DE40E0F7A}" destId="{21267845-3E39-4ECF-AFF9-50826CD4614C}" srcOrd="4" destOrd="0" presId="urn:microsoft.com/office/officeart/2018/5/layout/IconCircleLabelList"/>
    <dgm:cxn modelId="{A4BCF20D-2562-4335-8541-AC5A14CDF790}" type="presParOf" srcId="{21267845-3E39-4ECF-AFF9-50826CD4614C}" destId="{64AFD323-FE37-45C5-9165-30D9473DCA80}" srcOrd="0" destOrd="0" presId="urn:microsoft.com/office/officeart/2018/5/layout/IconCircleLabelList"/>
    <dgm:cxn modelId="{EED947B1-F640-4121-BB10-D3E8B72C81CB}" type="presParOf" srcId="{21267845-3E39-4ECF-AFF9-50826CD4614C}" destId="{CCE5DDC5-228C-41F8-8250-85BBFF844B1E}" srcOrd="1" destOrd="0" presId="urn:microsoft.com/office/officeart/2018/5/layout/IconCircleLabelList"/>
    <dgm:cxn modelId="{E9D32915-8591-4013-A0D3-C90A715695A0}" type="presParOf" srcId="{21267845-3E39-4ECF-AFF9-50826CD4614C}" destId="{8EE5D5CA-73FA-4048-AACF-B16E6A62B0C2}" srcOrd="2" destOrd="0" presId="urn:microsoft.com/office/officeart/2018/5/layout/IconCircleLabelList"/>
    <dgm:cxn modelId="{C696BAE8-1D2A-44D5-B98B-A78E6EBEBA6B}" type="presParOf" srcId="{21267845-3E39-4ECF-AFF9-50826CD4614C}" destId="{329F8CE0-41A6-4EA1-9632-92C8EABDAF3D}"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074BD-A590-49D9-821C-D7A92A37545F}">
      <dsp:nvSpPr>
        <dsp:cNvPr id="0" name=""/>
        <dsp:cNvSpPr/>
      </dsp:nvSpPr>
      <dsp:spPr>
        <a:xfrm>
          <a:off x="679050" y="578771"/>
          <a:ext cx="1887187" cy="1887187"/>
        </a:xfrm>
        <a:prstGeom prst="ellipse">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65F18638-DCCF-4635-9B92-AF9889CEE2C9}">
      <dsp:nvSpPr>
        <dsp:cNvPr id="0" name=""/>
        <dsp:cNvSpPr/>
      </dsp:nvSpPr>
      <dsp:spPr>
        <a:xfrm>
          <a:off x="1081237" y="980959"/>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53183277-D9E0-4F70-9377-E666B5440618}">
      <dsp:nvSpPr>
        <dsp:cNvPr id="0" name=""/>
        <dsp:cNvSpPr/>
      </dsp:nvSpPr>
      <dsp:spPr>
        <a:xfrm>
          <a:off x="75768" y="3053772"/>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cap="all"/>
          </a:pPr>
          <a:r>
            <a:rPr lang="en-US" sz="2500" kern="1200">
              <a:latin typeface="American Typewriter" panose="02090604020004020304" pitchFamily="18" charset="77"/>
            </a:rPr>
            <a:t>Who are we?</a:t>
          </a:r>
        </a:p>
      </dsp:txBody>
      <dsp:txXfrm>
        <a:off x="75768" y="3053772"/>
        <a:ext cx="3093750" cy="720000"/>
      </dsp:txXfrm>
    </dsp:sp>
    <dsp:sp modelId="{11808703-E5BA-4095-A826-7AF6C14F7BF4}">
      <dsp:nvSpPr>
        <dsp:cNvPr id="0" name=""/>
        <dsp:cNvSpPr/>
      </dsp:nvSpPr>
      <dsp:spPr>
        <a:xfrm>
          <a:off x="4314206" y="578771"/>
          <a:ext cx="1887187" cy="1887187"/>
        </a:xfrm>
        <a:prstGeom prst="ellipse">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2FE12AF8-2B9B-4C79-BBDA-A6F28563203A}">
      <dsp:nvSpPr>
        <dsp:cNvPr id="0" name=""/>
        <dsp:cNvSpPr/>
      </dsp:nvSpPr>
      <dsp:spPr>
        <a:xfrm>
          <a:off x="4716393" y="980959"/>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5659EB9B-C0C9-473B-9CA0-9B1C7D1F6BFC}">
      <dsp:nvSpPr>
        <dsp:cNvPr id="0" name=""/>
        <dsp:cNvSpPr/>
      </dsp:nvSpPr>
      <dsp:spPr>
        <a:xfrm>
          <a:off x="3710925" y="3053772"/>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cap="all"/>
          </a:pPr>
          <a:r>
            <a:rPr lang="en-US" sz="2500" kern="1200">
              <a:latin typeface="American Typewriter" panose="02090604020004020304" pitchFamily="18" charset="77"/>
            </a:rPr>
            <a:t>Our idea</a:t>
          </a:r>
        </a:p>
      </dsp:txBody>
      <dsp:txXfrm>
        <a:off x="3710925" y="3053772"/>
        <a:ext cx="3093750" cy="720000"/>
      </dsp:txXfrm>
    </dsp:sp>
    <dsp:sp modelId="{64AFD323-FE37-45C5-9165-30D9473DCA80}">
      <dsp:nvSpPr>
        <dsp:cNvPr id="0" name=""/>
        <dsp:cNvSpPr/>
      </dsp:nvSpPr>
      <dsp:spPr>
        <a:xfrm>
          <a:off x="7949362" y="578771"/>
          <a:ext cx="1887187" cy="1887187"/>
        </a:xfrm>
        <a:prstGeom prst="ellipse">
          <a:avLst/>
        </a:prstGeom>
        <a:gradFill rotWithShape="0">
          <a:gsLst>
            <a:gs pos="0">
              <a:schemeClr val="accent1">
                <a:tint val="40000"/>
                <a:hueOff val="0"/>
                <a:satOff val="0"/>
                <a:lumOff val="0"/>
                <a:alphaOff val="0"/>
                <a:satMod val="103000"/>
                <a:lumMod val="102000"/>
                <a:tint val="94000"/>
              </a:schemeClr>
            </a:gs>
            <a:gs pos="50000">
              <a:schemeClr val="accent1">
                <a:tint val="40000"/>
                <a:hueOff val="0"/>
                <a:satOff val="0"/>
                <a:lumOff val="0"/>
                <a:alphaOff val="0"/>
                <a:satMod val="110000"/>
                <a:lumMod val="100000"/>
                <a:shade val="100000"/>
              </a:schemeClr>
            </a:gs>
            <a:gs pos="100000">
              <a:schemeClr val="accent1">
                <a:tint val="40000"/>
                <a:hueOff val="0"/>
                <a:satOff val="0"/>
                <a:lumOff val="0"/>
                <a:alphaOff val="0"/>
                <a:lumMod val="99000"/>
                <a:satMod val="120000"/>
                <a:shade val="78000"/>
              </a:schemeClr>
            </a:gs>
          </a:gsLst>
          <a:lin ang="5400000" scaled="0"/>
        </a:gra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CCE5DDC5-228C-41F8-8250-85BBFF844B1E}">
      <dsp:nvSpPr>
        <dsp:cNvPr id="0" name=""/>
        <dsp:cNvSpPr/>
      </dsp:nvSpPr>
      <dsp:spPr>
        <a:xfrm>
          <a:off x="8351550" y="980959"/>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329F8CE0-41A6-4EA1-9632-92C8EABDAF3D}">
      <dsp:nvSpPr>
        <dsp:cNvPr id="0" name=""/>
        <dsp:cNvSpPr/>
      </dsp:nvSpPr>
      <dsp:spPr>
        <a:xfrm>
          <a:off x="7346081" y="3053772"/>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100000"/>
            </a:lnSpc>
            <a:spcBef>
              <a:spcPct val="0"/>
            </a:spcBef>
            <a:spcAft>
              <a:spcPct val="35000"/>
            </a:spcAft>
            <a:buNone/>
            <a:defRPr cap="all"/>
          </a:pPr>
          <a:r>
            <a:rPr lang="en-US" sz="2500" kern="1200">
              <a:latin typeface="American Typewriter" panose="02090604020004020304" pitchFamily="18" charset="77"/>
            </a:rPr>
            <a:t>Who is our product for?</a:t>
          </a:r>
        </a:p>
      </dsp:txBody>
      <dsp:txXfrm>
        <a:off x="7346081" y="3053772"/>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8:07:34.785"/>
    </inkml:context>
    <inkml:brush xml:id="br0">
      <inkml:brushProperty name="width" value="0.035" units="cm"/>
      <inkml:brushProperty name="height" value="0.035" units="cm"/>
    </inkml:brush>
  </inkml:definitions>
  <inkml:trace contextRef="#ctx0" brushRef="#br0">1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5T18:08:42.637"/>
    </inkml:context>
    <inkml:brush xml:id="br0">
      <inkml:brushProperty name="width" value="0.035" units="cm"/>
      <inkml:brushProperty name="height" value="0.035" units="cm"/>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C52A2D-895E-4741-AB82-AEA17F0C0BEE}" type="datetimeFigureOut">
              <a:rPr lang="sv-SE" smtClean="0"/>
              <a:t>2026-10-21</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0174F-F540-DA43-B721-709156BB47F1}" type="slidenum">
              <a:rPr lang="sv-SE" smtClean="0"/>
              <a:t>‹#›</a:t>
            </a:fld>
            <a:endParaRPr lang="sv-SE"/>
          </a:p>
        </p:txBody>
      </p:sp>
    </p:spTree>
    <p:extLst>
      <p:ext uri="{BB962C8B-B14F-4D97-AF65-F5344CB8AC3E}">
        <p14:creationId xmlns:p14="http://schemas.microsoft.com/office/powerpoint/2010/main" val="2036906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5"/>
          </p:nvPr>
        </p:nvSpPr>
        <p:spPr/>
        <p:txBody>
          <a:bodyPr/>
          <a:lstStyle/>
          <a:p>
            <a:fld id="{9950174F-F540-DA43-B721-709156BB47F1}" type="slidenum">
              <a:rPr lang="sv-SE" smtClean="0"/>
              <a:t>1</a:t>
            </a:fld>
            <a:endParaRPr lang="sv-SE"/>
          </a:p>
        </p:txBody>
      </p:sp>
    </p:spTree>
    <p:extLst>
      <p:ext uri="{BB962C8B-B14F-4D97-AF65-F5344CB8AC3E}">
        <p14:creationId xmlns:p14="http://schemas.microsoft.com/office/powerpoint/2010/main" val="3415039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noProof="0"/>
              <a:t>We are a group of 5 students from TIMEL3, (</a:t>
            </a:r>
            <a:r>
              <a:rPr lang="en-US" noProof="0" err="1"/>
              <a:t>säg</a:t>
            </a:r>
            <a:r>
              <a:rPr lang="en-US" noProof="0"/>
              <a:t> </a:t>
            </a:r>
            <a:r>
              <a:rPr lang="en-US" noProof="0" err="1"/>
              <a:t>våra</a:t>
            </a:r>
            <a:r>
              <a:rPr lang="en-US" noProof="0"/>
              <a:t> </a:t>
            </a:r>
            <a:r>
              <a:rPr lang="en-US" noProof="0" err="1"/>
              <a:t>namn</a:t>
            </a:r>
            <a:r>
              <a:rPr lang="en-US" noProof="0"/>
              <a:t>). </a:t>
            </a:r>
          </a:p>
          <a:p>
            <a:endParaRPr lang="en-US" noProof="0"/>
          </a:p>
          <a:p>
            <a:r>
              <a:rPr lang="en-US" noProof="0"/>
              <a:t>Our idea is to make a braking system for a baby-stroller, that automatically detects if the parent loses their grip of the handle, and the stroller keeps on moving or if the stroller starts moving on its own.</a:t>
            </a:r>
          </a:p>
          <a:p>
            <a:endParaRPr lang="en-US" noProof="0"/>
          </a:p>
          <a:p>
            <a:r>
              <a:rPr lang="en-US" noProof="0"/>
              <a:t>The product is made for </a:t>
            </a:r>
            <a:r>
              <a:rPr lang="en-US"/>
              <a:t>stressed</a:t>
            </a:r>
            <a:r>
              <a:rPr lang="en-US" noProof="0"/>
              <a:t> new parents. </a:t>
            </a:r>
          </a:p>
        </p:txBody>
      </p:sp>
      <p:sp>
        <p:nvSpPr>
          <p:cNvPr id="4" name="Platshållare för bildnummer 3"/>
          <p:cNvSpPr>
            <a:spLocks noGrp="1"/>
          </p:cNvSpPr>
          <p:nvPr>
            <p:ph type="sldNum" sz="quarter" idx="5"/>
          </p:nvPr>
        </p:nvSpPr>
        <p:spPr/>
        <p:txBody>
          <a:bodyPr/>
          <a:lstStyle/>
          <a:p>
            <a:fld id="{9950174F-F540-DA43-B721-709156BB47F1}" type="slidenum">
              <a:rPr lang="sv-SE" smtClean="0"/>
              <a:t>2</a:t>
            </a:fld>
            <a:endParaRPr lang="sv-SE"/>
          </a:p>
        </p:txBody>
      </p:sp>
    </p:spTree>
    <p:extLst>
      <p:ext uri="{BB962C8B-B14F-4D97-AF65-F5344CB8AC3E}">
        <p14:creationId xmlns:p14="http://schemas.microsoft.com/office/powerpoint/2010/main" val="3931126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noProof="0"/>
              <a:t>We want to relieve the stress for new parents, there is a lot going on when a small child recently enters someone’s day-to-day life. Therefore, we don’t want parents stressing over accidentally losing the grip of their stroller and something terrible happening. </a:t>
            </a:r>
          </a:p>
          <a:p>
            <a:endParaRPr lang="en-US" noProof="0"/>
          </a:p>
          <a:p>
            <a:r>
              <a:rPr lang="en-US" noProof="0"/>
              <a:t>There is already a stroller that has a similar approach, although it is very expensive. Our approach is to make it cheaper and modular so it can be used for most strollers that the parents already own. </a:t>
            </a:r>
            <a:br>
              <a:rPr lang="en-US">
                <a:cs typeface="+mn-lt"/>
              </a:rPr>
            </a:br>
            <a:br>
              <a:rPr lang="en-US">
                <a:cs typeface="+mn-lt"/>
              </a:rPr>
            </a:br>
            <a:r>
              <a:rPr lang="en-US" err="1"/>
              <a:t>Annat</a:t>
            </a:r>
            <a:r>
              <a:rPr lang="en-US"/>
              <a:t> </a:t>
            </a:r>
            <a:r>
              <a:rPr lang="en-US" err="1"/>
              <a:t>förslag</a:t>
            </a:r>
            <a:r>
              <a:rPr lang="en-US"/>
              <a:t>:</a:t>
            </a:r>
            <a:br>
              <a:rPr lang="en-US">
                <a:cs typeface="+mn-lt"/>
              </a:rPr>
            </a:br>
            <a:r>
              <a:rPr lang="en-US">
                <a:cs typeface="+mn-lt"/>
              </a:rPr>
              <a:t>Having a small kid brings a lot of new routines and tasks. Parents often have a lot on their minds—carrying bags, opening doors, talk to a sibling or maybe pick up something that was dropped. </a:t>
            </a:r>
          </a:p>
          <a:p>
            <a:r>
              <a:rPr lang="en-US"/>
              <a:t> </a:t>
            </a:r>
          </a:p>
          <a:p>
            <a:r>
              <a:rPr lang="en-US"/>
              <a:t>It can happen to anyone: you lose your grip on the stroller for a second, maybe on a slope or near a street. It starts rolling away and something terrible can happen.  </a:t>
            </a:r>
          </a:p>
          <a:p>
            <a:r>
              <a:rPr lang="en-US"/>
              <a:t> </a:t>
            </a:r>
          </a:p>
          <a:p>
            <a:r>
              <a:rPr lang="en-US"/>
              <a:t>There is already a smart stroller on the market with an automatic brake, but it is very expensive. Our goal is to make it cheaper and modular, so that parents can add it to the stroller they already own. </a:t>
            </a:r>
          </a:p>
        </p:txBody>
      </p:sp>
      <p:sp>
        <p:nvSpPr>
          <p:cNvPr id="4" name="Platshållare för bildnummer 3"/>
          <p:cNvSpPr>
            <a:spLocks noGrp="1"/>
          </p:cNvSpPr>
          <p:nvPr>
            <p:ph type="sldNum" sz="quarter" idx="5"/>
          </p:nvPr>
        </p:nvSpPr>
        <p:spPr/>
        <p:txBody>
          <a:bodyPr/>
          <a:lstStyle/>
          <a:p>
            <a:fld id="{9950174F-F540-DA43-B721-709156BB47F1}" type="slidenum">
              <a:rPr lang="sv-SE" smtClean="0"/>
              <a:t>3</a:t>
            </a:fld>
            <a:endParaRPr lang="sv-SE"/>
          </a:p>
        </p:txBody>
      </p:sp>
    </p:spTree>
    <p:extLst>
      <p:ext uri="{BB962C8B-B14F-4D97-AF65-F5344CB8AC3E}">
        <p14:creationId xmlns:p14="http://schemas.microsoft.com/office/powerpoint/2010/main" val="2462265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cs typeface="+mn-lt"/>
              </a:rPr>
              <a:t>Förslag: </a:t>
            </a:r>
            <a:br>
              <a:rPr lang="sv-SE">
                <a:cs typeface="+mn-lt"/>
              </a:rPr>
            </a:br>
            <a:endParaRPr lang="sv-SE">
              <a:cs typeface="+mn-lt"/>
            </a:endParaRPr>
          </a:p>
          <a:p>
            <a:r>
              <a:rPr lang="sv-SE"/>
              <a:t>To make the stroller safe, we use a combination of sensors and a micro-controller.  </a:t>
            </a:r>
          </a:p>
          <a:p>
            <a:r>
              <a:rPr lang="sv-SE"/>
              <a:t> </a:t>
            </a:r>
          </a:p>
          <a:p>
            <a:r>
              <a:rPr lang="sv-SE"/>
              <a:t>First, we have a capacitive sensor in the handle. It detects if a parent is actually holding the stroller.   </a:t>
            </a:r>
          </a:p>
          <a:p>
            <a:r>
              <a:rPr lang="sv-SE"/>
              <a:t>We also use an IMU and a Hall sensor near the wheels to detect if the stroller is moving, shaking, or on a slope.   </a:t>
            </a:r>
          </a:p>
          <a:p>
            <a:r>
              <a:rPr lang="sv-SE"/>
              <a:t>If the system detects that the handle is not being held and the stroller starts moving, inclining, or shaking, a servo-motor mechanism immediately activates the brakes.   </a:t>
            </a:r>
          </a:p>
          <a:p>
            <a:r>
              <a:rPr lang="sv-SE"/>
              <a:t> </a:t>
            </a:r>
          </a:p>
          <a:p>
            <a:r>
              <a:rPr lang="sv-SE"/>
              <a:t>Everything is controlled by a RISC-V state machine with four states:   </a:t>
            </a:r>
          </a:p>
          <a:p>
            <a:r>
              <a:rPr lang="sv-SE"/>
              <a:t> </a:t>
            </a:r>
          </a:p>
          <a:p>
            <a:r>
              <a:rPr lang="sv-SE"/>
              <a:t>Held: The parent is holding the handle - the brakes are off.   </a:t>
            </a:r>
          </a:p>
          <a:p>
            <a:r>
              <a:rPr lang="sv-SE"/>
              <a:t>Waiting: If you let go, there is a 3 seconds waiting time checking for tilt or shaking.   </a:t>
            </a:r>
          </a:p>
          <a:p>
            <a:r>
              <a:rPr lang="sv-SE"/>
              <a:t>Armed: After 3 seconds, it actively monitors movement.   </a:t>
            </a:r>
          </a:p>
          <a:p>
            <a:r>
              <a:rPr lang="sv-SE"/>
              <a:t>Braked: If any unwanted movement is detected (acceleration, tilt or shaking), the brake turns on instantly.   </a:t>
            </a:r>
          </a:p>
          <a:p>
            <a:r>
              <a:rPr lang="sv-SE"/>
              <a:t> </a:t>
            </a:r>
          </a:p>
          <a:p>
            <a:r>
              <a:rPr lang="sv-SE"/>
              <a:t>This keeps the stroller secure at all times. </a:t>
            </a:r>
          </a:p>
        </p:txBody>
      </p:sp>
      <p:sp>
        <p:nvSpPr>
          <p:cNvPr id="4" name="Platshållare för bildnummer 3"/>
          <p:cNvSpPr>
            <a:spLocks noGrp="1"/>
          </p:cNvSpPr>
          <p:nvPr>
            <p:ph type="sldNum" sz="quarter" idx="5"/>
          </p:nvPr>
        </p:nvSpPr>
        <p:spPr/>
        <p:txBody>
          <a:bodyPr/>
          <a:lstStyle/>
          <a:p>
            <a:fld id="{9950174F-F540-DA43-B721-709156BB47F1}" type="slidenum">
              <a:rPr lang="sv-SE" smtClean="0"/>
              <a:t>4</a:t>
            </a:fld>
            <a:endParaRPr lang="sv-SE"/>
          </a:p>
        </p:txBody>
      </p:sp>
    </p:spTree>
    <p:extLst>
      <p:ext uri="{BB962C8B-B14F-4D97-AF65-F5344CB8AC3E}">
        <p14:creationId xmlns:p14="http://schemas.microsoft.com/office/powerpoint/2010/main" val="2432429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en-US" err="1">
                <a:cs typeface="+mn-lt"/>
              </a:rPr>
              <a:t>Förslag</a:t>
            </a:r>
            <a:r>
              <a:rPr lang="en-US">
                <a:cs typeface="+mn-lt"/>
              </a:rPr>
              <a:t>:</a:t>
            </a:r>
            <a:br>
              <a:rPr lang="en-US">
                <a:cs typeface="+mn-lt"/>
              </a:rPr>
            </a:br>
            <a:br>
              <a:rPr lang="en-US">
                <a:cs typeface="+mn-lt"/>
              </a:rPr>
            </a:br>
            <a:r>
              <a:rPr lang="en-US"/>
              <a:t>Most daily interactions happen naturally - when parents hold the handle, the stroller moves freely, giving them a stress-free experience.</a:t>
            </a:r>
          </a:p>
          <a:p>
            <a:r>
              <a:rPr lang="en-US"/>
              <a:t>When parents first buy the product, they simply install it onto their stroller. It should also be very easy to switch to a new stroller whenever they need to. </a:t>
            </a:r>
          </a:p>
          <a:p>
            <a:br>
              <a:rPr lang="en-US"/>
            </a:br>
            <a:r>
              <a:rPr lang="en-US"/>
              <a:t>During daily use, the system automatically responds to the handle. We are currently fine-tuning the reaction delay after the handle is released to find the perfect balance between quick safety and smooth daily use. </a:t>
            </a:r>
          </a:p>
          <a:p>
            <a:endParaRPr lang="en-US"/>
          </a:p>
          <a:p>
            <a:r>
              <a:rPr lang="en-US"/>
              <a:t>Overall, our goal is a seamless interaction that keeps the baby safe and the parents stress-free.</a:t>
            </a:r>
          </a:p>
          <a:p>
            <a:endParaRPr lang="en-US"/>
          </a:p>
        </p:txBody>
      </p:sp>
      <p:sp>
        <p:nvSpPr>
          <p:cNvPr id="4" name="Platshållare för bildnummer 3"/>
          <p:cNvSpPr>
            <a:spLocks noGrp="1"/>
          </p:cNvSpPr>
          <p:nvPr>
            <p:ph type="sldNum" sz="quarter" idx="5"/>
          </p:nvPr>
        </p:nvSpPr>
        <p:spPr/>
        <p:txBody>
          <a:bodyPr/>
          <a:lstStyle/>
          <a:p>
            <a:fld id="{9950174F-F540-DA43-B721-709156BB47F1}" type="slidenum">
              <a:rPr lang="sv-SE" smtClean="0"/>
              <a:t>5</a:t>
            </a:fld>
            <a:endParaRPr lang="sv-SE"/>
          </a:p>
        </p:txBody>
      </p:sp>
    </p:spTree>
    <p:extLst>
      <p:ext uri="{BB962C8B-B14F-4D97-AF65-F5344CB8AC3E}">
        <p14:creationId xmlns:p14="http://schemas.microsoft.com/office/powerpoint/2010/main" val="1130224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cs typeface="+mn-lt"/>
              </a:rPr>
              <a:t>Förslag:</a:t>
            </a:r>
            <a:br>
              <a:rPr lang="sv-SE">
                <a:cs typeface="+mn-lt"/>
              </a:rPr>
            </a:br>
            <a:br>
              <a:rPr lang="sv-SE">
                <a:cs typeface="+mn-lt"/>
              </a:rPr>
            </a:br>
            <a:r>
              <a:rPr lang="sv-SE"/>
              <a:t>As you can see, we built a working physical prototype to demonstrate/test (?) our solution. </a:t>
            </a:r>
            <a:endParaRPr lang="en-US"/>
          </a:p>
          <a:p>
            <a:r>
              <a:rPr lang="sv-SE"/>
              <a:t>We have successfully integrated all main components - the capacitive touch sensor in the handle, the Hall sensor, and the IMU. In our tests, all parts work together as expected, creating a functional smart-braking system.  </a:t>
            </a:r>
          </a:p>
          <a:p>
            <a:r>
              <a:rPr lang="sv-SE"/>
              <a:t> </a:t>
            </a:r>
          </a:p>
          <a:p>
            <a:r>
              <a:rPr lang="sv-SE"/>
              <a:t>From testing our prototype, we identified two main technical outcomes:  </a:t>
            </a:r>
          </a:p>
          <a:p>
            <a:pPr marL="171450" indent="-171450">
              <a:buFont typeface="Calibri"/>
              <a:buChar char="-"/>
            </a:pPr>
            <a:r>
              <a:rPr lang="sv-SE"/>
              <a:t>The brake mechanism works, but we need to increase the friction against the wheel to make the stopping force stronger.  </a:t>
            </a:r>
          </a:p>
          <a:p>
            <a:r>
              <a:rPr lang="sv-SE"/>
              <a:t> </a:t>
            </a:r>
          </a:p>
          <a:p>
            <a:pPr marL="171450" indent="-171450">
              <a:buFont typeface="Calibri"/>
              <a:buChar char="-"/>
            </a:pPr>
            <a:r>
              <a:rPr lang="sv-SE"/>
              <a:t>As said before; we are fine-tuning the timer. Right now, the system waits 3 seconds after the handle is released. 3 seconds feels a bit too long in practice, but we are adjusting this to find the perfect balance.</a:t>
            </a:r>
          </a:p>
        </p:txBody>
      </p:sp>
      <p:sp>
        <p:nvSpPr>
          <p:cNvPr id="4" name="Platshållare för bildnummer 3"/>
          <p:cNvSpPr>
            <a:spLocks noGrp="1"/>
          </p:cNvSpPr>
          <p:nvPr>
            <p:ph type="sldNum" sz="quarter" idx="5"/>
          </p:nvPr>
        </p:nvSpPr>
        <p:spPr/>
        <p:txBody>
          <a:bodyPr/>
          <a:lstStyle/>
          <a:p>
            <a:fld id="{9950174F-F540-DA43-B721-709156BB47F1}" type="slidenum">
              <a:rPr lang="sv-SE" smtClean="0"/>
              <a:t>6</a:t>
            </a:fld>
            <a:endParaRPr lang="sv-SE"/>
          </a:p>
        </p:txBody>
      </p:sp>
    </p:spTree>
    <p:extLst>
      <p:ext uri="{BB962C8B-B14F-4D97-AF65-F5344CB8AC3E}">
        <p14:creationId xmlns:p14="http://schemas.microsoft.com/office/powerpoint/2010/main" val="2156545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Förslag:</a:t>
            </a:r>
          </a:p>
          <a:p>
            <a:endParaRPr lang="sv-SE"/>
          </a:p>
          <a:p>
            <a:r>
              <a:rPr lang="sv-SE"/>
              <a:t>When we started, we wanted a practical challenge where we could work independently and in sprints. Our weekly meetings were vital to keep us on track, especially since finding time together was difficult, but we balanced the workload well.  </a:t>
            </a:r>
          </a:p>
          <a:p>
            <a:r>
              <a:rPr lang="sv-SE"/>
              <a:t> </a:t>
            </a:r>
          </a:p>
          <a:p>
            <a:r>
              <a:rPr lang="sv-SE"/>
              <a:t>Looking back, there are a few things we would do differently next time:  </a:t>
            </a:r>
          </a:p>
          <a:p>
            <a:r>
              <a:rPr lang="sv-SE"/>
              <a:t> </a:t>
            </a:r>
          </a:p>
          <a:p>
            <a:pPr marL="171450" indent="-171450">
              <a:buFont typeface="Calibri"/>
              <a:buChar char="-"/>
            </a:pPr>
            <a:r>
              <a:rPr lang="sv-SE"/>
              <a:t>We would get comfortable with GitHub quicker to improve our workflow.  </a:t>
            </a:r>
          </a:p>
          <a:p>
            <a:pPr marL="171450" indent="-171450">
              <a:buFont typeface="Calibri"/>
              <a:buChar char="-"/>
            </a:pPr>
            <a:r>
              <a:rPr lang="sv-SE"/>
              <a:t>We would also assemble the prototype earlier to get more time for real testing.  </a:t>
            </a:r>
          </a:p>
          <a:p>
            <a:pPr marL="171450" indent="-171450">
              <a:buFont typeface="Calibri"/>
              <a:buChar char="-"/>
            </a:pPr>
            <a:r>
              <a:rPr lang="sv-SE"/>
              <a:t>And finally, we should try to keep things simple and not overcomplicate things. </a:t>
            </a:r>
          </a:p>
        </p:txBody>
      </p:sp>
      <p:sp>
        <p:nvSpPr>
          <p:cNvPr id="4" name="Platshållare för bildnummer 3"/>
          <p:cNvSpPr>
            <a:spLocks noGrp="1"/>
          </p:cNvSpPr>
          <p:nvPr>
            <p:ph type="sldNum" sz="quarter" idx="5"/>
          </p:nvPr>
        </p:nvSpPr>
        <p:spPr/>
        <p:txBody>
          <a:bodyPr/>
          <a:lstStyle/>
          <a:p>
            <a:fld id="{9950174F-F540-DA43-B721-709156BB47F1}" type="slidenum">
              <a:rPr lang="sv-SE" smtClean="0"/>
              <a:t>8</a:t>
            </a:fld>
            <a:endParaRPr lang="sv-SE"/>
          </a:p>
        </p:txBody>
      </p:sp>
    </p:spTree>
    <p:extLst>
      <p:ext uri="{BB962C8B-B14F-4D97-AF65-F5344CB8AC3E}">
        <p14:creationId xmlns:p14="http://schemas.microsoft.com/office/powerpoint/2010/main" val="1426380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5"/>
          </p:nvPr>
        </p:nvSpPr>
        <p:spPr/>
        <p:txBody>
          <a:bodyPr/>
          <a:lstStyle/>
          <a:p>
            <a:fld id="{9950174F-F540-DA43-B721-709156BB47F1}" type="slidenum">
              <a:rPr lang="sv-SE" smtClean="0"/>
              <a:t>9</a:t>
            </a:fld>
            <a:endParaRPr lang="sv-SE"/>
          </a:p>
        </p:txBody>
      </p:sp>
    </p:spTree>
    <p:extLst>
      <p:ext uri="{BB962C8B-B14F-4D97-AF65-F5344CB8AC3E}">
        <p14:creationId xmlns:p14="http://schemas.microsoft.com/office/powerpoint/2010/main" val="2509355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DF79568-46B6-DEDF-B477-E1262162E6EC}"/>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7C6B8332-502C-4235-E585-350BFBE36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902A07D8-8CA2-880F-4DC4-C82E50BE60C8}"/>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A69804AA-5590-FCD7-E4EE-65AEB8FE56FC}"/>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1E2CEBE1-BF9D-0373-BFC2-04802598E292}"/>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2489830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0648702-E9FB-EACC-0CAD-3BE37E3C88AE}"/>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9DBB5EE-F827-4FBF-467A-067F1940A3E6}"/>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99973D4-7098-95D5-1DFA-EF35CB989DF1}"/>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C61DE114-9099-55C9-82E3-67186C59A006}"/>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2044B2A5-8D72-DD66-56EF-0DD46EFAAD3F}"/>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2294359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57A81D8-84CD-384D-F609-EBC3424D2496}"/>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155899C2-4668-D42F-C6B2-4F26C56543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72E0BD72-F33C-00CE-04F1-6DD9CB1DDE93}"/>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C1635243-4FAA-1F84-1C9D-C44CF0444E93}"/>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FA1D3136-7676-7656-BB3E-EFE4E51AC7FF}"/>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1764679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04A9B40-3D5F-4C83-60A0-541D21BCCB26}"/>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8B5CE79-1D7C-F8F2-7722-942AFB46325C}"/>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231BEA57-C649-BE33-BB6F-41C4F3B1169C}"/>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9F061528-7FDB-E25D-E2D9-F8DD036B10E2}"/>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6" name="Platshållare för sidfot 5">
            <a:extLst>
              <a:ext uri="{FF2B5EF4-FFF2-40B4-BE49-F238E27FC236}">
                <a16:creationId xmlns:a16="http://schemas.microsoft.com/office/drawing/2014/main" id="{B652B74A-3014-5E11-1033-03F93F4BCB6B}"/>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F3E5A835-E474-C00F-1569-531760DE182E}"/>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1520609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1EF1183-F837-A227-F796-697BEFFE9285}"/>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C32135D1-582C-F8C5-9462-DF873036CB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1B85CB97-4CEF-FD05-8BB6-6D6591355386}"/>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EC71921B-6827-05D1-0C82-F60B5C9681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9D2F2845-7DCF-577E-0796-E84D2E153E54}"/>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CFF75074-C7BB-9DF1-8C34-AA5AB610B637}"/>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8" name="Platshållare för sidfot 7">
            <a:extLst>
              <a:ext uri="{FF2B5EF4-FFF2-40B4-BE49-F238E27FC236}">
                <a16:creationId xmlns:a16="http://schemas.microsoft.com/office/drawing/2014/main" id="{C45BD8F3-E048-EC12-905E-05B78A9D6B62}"/>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343F1750-CBE1-E8A8-E335-DD0A34BE0BF5}"/>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372207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23AAA2D-72BF-DB3F-3138-1DE73F93DEF5}"/>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D23A963C-B3A4-70AB-8E0C-AAE313D29D4B}"/>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4" name="Platshållare för sidfot 3">
            <a:extLst>
              <a:ext uri="{FF2B5EF4-FFF2-40B4-BE49-F238E27FC236}">
                <a16:creationId xmlns:a16="http://schemas.microsoft.com/office/drawing/2014/main" id="{3AA4C0EF-10D6-1823-903D-2EE466E73175}"/>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440B310E-B5FC-02A1-8230-5D8CB844B456}"/>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3558001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1C0CE870-9CC5-C209-6CB7-7DD2D89D2181}"/>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3" name="Platshållare för sidfot 2">
            <a:extLst>
              <a:ext uri="{FF2B5EF4-FFF2-40B4-BE49-F238E27FC236}">
                <a16:creationId xmlns:a16="http://schemas.microsoft.com/office/drawing/2014/main" id="{65E273D9-8854-1C5B-9E32-C0BBECC51CB1}"/>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C738323A-4845-8E78-9106-14A8993A1C88}"/>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3717007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793D3FB-9884-C609-B227-EDD6B22C7EB4}"/>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534CDA2C-DEE9-8682-ED29-15E24E3810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1B9611F9-7192-87D5-8C1E-D5CE5CFBB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B2CDF6B0-4ACC-459E-B3D8-523A47AA0CD5}"/>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6" name="Platshållare för sidfot 5">
            <a:extLst>
              <a:ext uri="{FF2B5EF4-FFF2-40B4-BE49-F238E27FC236}">
                <a16:creationId xmlns:a16="http://schemas.microsoft.com/office/drawing/2014/main" id="{428623E3-9A2D-CFEF-66C3-3AB1252E2699}"/>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F1AE40EB-2A43-37AD-5A10-DDEF54FCC710}"/>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1073484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ECC56FB-632E-5473-DB65-B138572D34AD}"/>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D1D9ABC7-C173-5AB0-E2D6-AB0DE9610E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1CCE549A-0AE1-5C19-ACEA-684DDB532D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A9B6F81A-7548-A08B-795A-C272F3FF3EC9}"/>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6" name="Platshållare för sidfot 5">
            <a:extLst>
              <a:ext uri="{FF2B5EF4-FFF2-40B4-BE49-F238E27FC236}">
                <a16:creationId xmlns:a16="http://schemas.microsoft.com/office/drawing/2014/main" id="{C30C5705-7915-3B5D-3D71-AF9304388031}"/>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A0E4B9BF-518E-0000-52FC-156A2F70AEF0}"/>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408956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EC10136-3DC2-002C-A550-4E59D373C19B}"/>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CA3521B8-A655-0D48-2D61-C867D9CA5E20}"/>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A1E997AF-1AC1-AE78-0303-55C99C2E7001}"/>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0C601CC6-E80B-8EC6-EDB1-7899C3247E10}"/>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37BEEEC6-B86F-CCE5-EB84-ED4C665C82FD}"/>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956090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1D566A27-76D9-D1D9-8F21-30A4FAC02BA2}"/>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D232D2E5-1CDE-010C-B971-548B81529446}"/>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2564D705-184E-8C91-6A17-FD002E6722E8}"/>
              </a:ext>
            </a:extLst>
          </p:cNvPr>
          <p:cNvSpPr>
            <a:spLocks noGrp="1"/>
          </p:cNvSpPr>
          <p:nvPr>
            <p:ph type="dt" sz="half" idx="10"/>
          </p:nvPr>
        </p:nvSpPr>
        <p:spPr/>
        <p:txBody>
          <a:body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ACB60C5B-6AB9-2B58-E386-A773F35D1624}"/>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1AE6B6B2-27DD-2EEB-DB1D-6B390F7F700E}"/>
              </a:ext>
            </a:extLst>
          </p:cNvPr>
          <p:cNvSpPr>
            <a:spLocks noGrp="1"/>
          </p:cNvSpPr>
          <p:nvPr>
            <p:ph type="sldNum" sz="quarter" idx="12"/>
          </p:nvPr>
        </p:nvSpPr>
        <p:spPr/>
        <p:txBody>
          <a:bodyPr/>
          <a:lstStyle/>
          <a:p>
            <a:fld id="{2DA7457D-11CE-994D-B8A9-0D6E0ABF610B}" type="slidenum">
              <a:rPr lang="sv-SE" smtClean="0"/>
              <a:t>‹#›</a:t>
            </a:fld>
            <a:endParaRPr lang="sv-SE"/>
          </a:p>
        </p:txBody>
      </p:sp>
    </p:spTree>
    <p:extLst>
      <p:ext uri="{BB962C8B-B14F-4D97-AF65-F5344CB8AC3E}">
        <p14:creationId xmlns:p14="http://schemas.microsoft.com/office/powerpoint/2010/main" val="2906564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260F5">
            <a:alpha val="2065"/>
          </a:srgbClr>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BA507208-CEEE-C9CA-721A-80ADB61A7B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4D1A6FBC-043F-4DAE-394F-9BF08D1964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B3CDC78A-D96F-119D-8FA7-FEE76C0EC9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6B287F-F8A0-544A-8DA0-988F66FCCB79}" type="datetimeFigureOut">
              <a:rPr lang="sv-SE" smtClean="0"/>
              <a:t>2026-10-21</a:t>
            </a:fld>
            <a:endParaRPr lang="sv-SE"/>
          </a:p>
        </p:txBody>
      </p:sp>
      <p:sp>
        <p:nvSpPr>
          <p:cNvPr id="5" name="Platshållare för sidfot 4">
            <a:extLst>
              <a:ext uri="{FF2B5EF4-FFF2-40B4-BE49-F238E27FC236}">
                <a16:creationId xmlns:a16="http://schemas.microsoft.com/office/drawing/2014/main" id="{7AF75708-04C7-4B80-EF60-88DCC822B1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7A10DBE2-02F6-DC14-4801-8075C441FB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A7457D-11CE-994D-B8A9-0D6E0ABF610B}" type="slidenum">
              <a:rPr lang="sv-SE" smtClean="0"/>
              <a:t>‹#›</a:t>
            </a:fld>
            <a:endParaRPr lang="sv-SE"/>
          </a:p>
        </p:txBody>
      </p:sp>
    </p:spTree>
    <p:extLst>
      <p:ext uri="{BB962C8B-B14F-4D97-AF65-F5344CB8AC3E}">
        <p14:creationId xmlns:p14="http://schemas.microsoft.com/office/powerpoint/2010/main" val="22567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ustomXml" Target="../ink/ink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customXml" Target="../ink/ink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6.svg"/><Relationship Id="rId7"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10.jpe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12.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260F5">
            <a:alpha val="65000"/>
          </a:srgbClr>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0" name="Bildobjekt 39" descr="En bild som visar klädsel, utomhus, person, himmel&#10;&#10;AI-genererat innehåll kan vara felaktigt.">
            <a:extLst>
              <a:ext uri="{FF2B5EF4-FFF2-40B4-BE49-F238E27FC236}">
                <a16:creationId xmlns:a16="http://schemas.microsoft.com/office/drawing/2014/main" id="{7A65844B-DBA9-AD8A-38C9-75A24E2DE38A}"/>
              </a:ext>
            </a:extLst>
          </p:cNvPr>
          <p:cNvPicPr>
            <a:picLocks noChangeAspect="1"/>
          </p:cNvPicPr>
          <p:nvPr/>
        </p:nvPicPr>
        <p:blipFill>
          <a:blip r:embed="rId3">
            <a:alphaModFix amt="70000"/>
            <a:extLst>
              <a:ext uri="{BEBA8EAE-BF5A-486C-A8C5-ECC9F3942E4B}">
                <a14:imgProps xmlns:a14="http://schemas.microsoft.com/office/drawing/2010/main">
                  <a14:imgLayer r:embed="rId4">
                    <a14:imgEffect>
                      <a14:artisticPencilGrayscale/>
                    </a14:imgEffect>
                    <a14:imgEffect>
                      <a14:saturation sat="66000"/>
                    </a14:imgEffect>
                  </a14:imgLayer>
                </a14:imgProps>
              </a:ext>
            </a:extLst>
          </a:blip>
          <a:srcRect t="16836" b="459"/>
          <a:stretch>
            <a:fillRect/>
          </a:stretch>
        </p:blipFill>
        <p:spPr>
          <a:xfrm>
            <a:off x="20" y="1282"/>
            <a:ext cx="12191980" cy="6856718"/>
          </a:xfrm>
          <a:prstGeom prst="rect">
            <a:avLst/>
          </a:prstGeom>
        </p:spPr>
      </p:pic>
      <mc:AlternateContent xmlns:mc="http://schemas.openxmlformats.org/markup-compatibility/2006">
        <mc:Choice xmlns:p14="http://schemas.microsoft.com/office/powerpoint/2010/main" Requires="p14">
          <p:contentPart p14:bwMode="auto" r:id="rId5">
            <p14:nvContentPartPr>
              <p14:cNvPr id="10" name="Pennanteckning 9">
                <a:extLst>
                  <a:ext uri="{FF2B5EF4-FFF2-40B4-BE49-F238E27FC236}">
                    <a16:creationId xmlns:a16="http://schemas.microsoft.com/office/drawing/2014/main" id="{B478F728-8F74-EBF6-7490-E21F8A6B2A7F}"/>
                  </a:ext>
                </a:extLst>
              </p14:cNvPr>
              <p14:cNvContentPartPr/>
              <p14:nvPr/>
            </p14:nvContentPartPr>
            <p14:xfrm>
              <a:off x="4563982" y="3832102"/>
              <a:ext cx="360" cy="360"/>
            </p14:xfrm>
          </p:contentPart>
        </mc:Choice>
        <mc:Fallback>
          <p:pic>
            <p:nvPicPr>
              <p:cNvPr id="10" name="Pennanteckning 9">
                <a:extLst>
                  <a:ext uri="{FF2B5EF4-FFF2-40B4-BE49-F238E27FC236}">
                    <a16:creationId xmlns:a16="http://schemas.microsoft.com/office/drawing/2014/main" id="{B478F728-8F74-EBF6-7490-E21F8A6B2A7F}"/>
                  </a:ext>
                </a:extLst>
              </p:cNvPr>
              <p:cNvPicPr/>
              <p:nvPr/>
            </p:nvPicPr>
            <p:blipFill>
              <a:blip r:embed="rId6"/>
              <a:stretch>
                <a:fillRect/>
              </a:stretch>
            </p:blipFill>
            <p:spPr>
              <a:xfrm>
                <a:off x="4557862" y="382598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Pennanteckning 11">
                <a:extLst>
                  <a:ext uri="{FF2B5EF4-FFF2-40B4-BE49-F238E27FC236}">
                    <a16:creationId xmlns:a16="http://schemas.microsoft.com/office/drawing/2014/main" id="{627301A0-14F0-A53C-CCE4-5DC99E8328D8}"/>
                  </a:ext>
                </a:extLst>
              </p14:cNvPr>
              <p14:cNvContentPartPr/>
              <p14:nvPr/>
            </p14:nvContentPartPr>
            <p14:xfrm>
              <a:off x="8396182" y="-275498"/>
              <a:ext cx="360" cy="360"/>
            </p14:xfrm>
          </p:contentPart>
        </mc:Choice>
        <mc:Fallback>
          <p:pic>
            <p:nvPicPr>
              <p:cNvPr id="12" name="Pennanteckning 11">
                <a:extLst>
                  <a:ext uri="{FF2B5EF4-FFF2-40B4-BE49-F238E27FC236}">
                    <a16:creationId xmlns:a16="http://schemas.microsoft.com/office/drawing/2014/main" id="{627301A0-14F0-A53C-CCE4-5DC99E8328D8}"/>
                  </a:ext>
                </a:extLst>
              </p:cNvPr>
              <p:cNvPicPr/>
              <p:nvPr/>
            </p:nvPicPr>
            <p:blipFill>
              <a:blip r:embed="rId6"/>
              <a:stretch>
                <a:fillRect/>
              </a:stretch>
            </p:blipFill>
            <p:spPr>
              <a:xfrm>
                <a:off x="8390062" y="-281618"/>
                <a:ext cx="12600" cy="12600"/>
              </a:xfrm>
              <a:prstGeom prst="rect">
                <a:avLst/>
              </a:prstGeom>
            </p:spPr>
          </p:pic>
        </mc:Fallback>
      </mc:AlternateContent>
      <p:sp>
        <p:nvSpPr>
          <p:cNvPr id="41" name="textruta 40">
            <a:extLst>
              <a:ext uri="{FF2B5EF4-FFF2-40B4-BE49-F238E27FC236}">
                <a16:creationId xmlns:a16="http://schemas.microsoft.com/office/drawing/2014/main" id="{EC68C428-1632-51AE-CE23-0333ADF53719}"/>
              </a:ext>
            </a:extLst>
          </p:cNvPr>
          <p:cNvSpPr txBox="1"/>
          <p:nvPr/>
        </p:nvSpPr>
        <p:spPr>
          <a:xfrm>
            <a:off x="744188" y="2832759"/>
            <a:ext cx="10660079" cy="861774"/>
          </a:xfrm>
          <a:prstGeom prst="rect">
            <a:avLst/>
          </a:prstGeom>
          <a:solidFill>
            <a:schemeClr val="tx1">
              <a:alpha val="26000"/>
            </a:schemeClr>
          </a:solidFill>
          <a:ln>
            <a:solidFill>
              <a:schemeClr val="bg1"/>
            </a:solidFill>
          </a:ln>
          <a:effectLst>
            <a:outerShdw blurRad="19438" sx="102000" sy="102000" algn="ctr" rotWithShape="0">
              <a:prstClr val="black">
                <a:alpha val="124"/>
              </a:prstClr>
            </a:outerShdw>
          </a:effectLst>
        </p:spPr>
        <p:txBody>
          <a:bodyPr wrap="square" lIns="91440" tIns="45720" rIns="91440" bIns="45720" rtlCol="0" anchor="t">
            <a:spAutoFit/>
          </a:bodyPr>
          <a:lstStyle/>
          <a:p>
            <a:pPr algn="ctr"/>
            <a:r>
              <a:rPr lang="en-US" sz="5000">
                <a:solidFill>
                  <a:schemeClr val="bg1"/>
                </a:solidFill>
                <a:effectLst>
                  <a:outerShdw blurRad="639859" dist="38100" algn="l" rotWithShape="0">
                    <a:prstClr val="black">
                      <a:alpha val="40000"/>
                    </a:prstClr>
                  </a:outerShdw>
                </a:effectLst>
                <a:latin typeface="American Typewriter" panose="02090604020004020304" pitchFamily="18" charset="77"/>
              </a:rPr>
              <a:t>Automatic Braking System</a:t>
            </a:r>
            <a:endParaRPr lang="en-US"/>
          </a:p>
        </p:txBody>
      </p:sp>
    </p:spTree>
    <p:extLst>
      <p:ext uri="{BB962C8B-B14F-4D97-AF65-F5344CB8AC3E}">
        <p14:creationId xmlns:p14="http://schemas.microsoft.com/office/powerpoint/2010/main" val="1940677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260F5">
            <a:alpha val="5792"/>
          </a:srgbClr>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1B323910-A428-683C-019F-A93B3EB23843}"/>
              </a:ext>
            </a:extLst>
          </p:cNvPr>
          <p:cNvSpPr>
            <a:spLocks noGrp="1"/>
          </p:cNvSpPr>
          <p:nvPr>
            <p:ph type="title"/>
          </p:nvPr>
        </p:nvSpPr>
        <p:spPr>
          <a:xfrm>
            <a:off x="838200" y="557188"/>
            <a:ext cx="10515600" cy="1133499"/>
          </a:xfrm>
        </p:spPr>
        <p:txBody>
          <a:bodyPr>
            <a:normAutofit/>
          </a:bodyPr>
          <a:lstStyle/>
          <a:p>
            <a:pPr algn="ctr"/>
            <a:r>
              <a:rPr lang="en-US" sz="5200">
                <a:latin typeface="American Typewriter" panose="02090604020004020304" pitchFamily="18" charset="77"/>
              </a:rPr>
              <a:t>Project Introduction</a:t>
            </a:r>
          </a:p>
        </p:txBody>
      </p:sp>
      <p:graphicFrame>
        <p:nvGraphicFramePr>
          <p:cNvPr id="5" name="Platshållare för innehåll 2">
            <a:extLst>
              <a:ext uri="{FF2B5EF4-FFF2-40B4-BE49-F238E27FC236}">
                <a16:creationId xmlns:a16="http://schemas.microsoft.com/office/drawing/2014/main" id="{78739BAD-C6CE-4DF2-4CC3-3333312391B9}"/>
              </a:ext>
            </a:extLst>
          </p:cNvPr>
          <p:cNvGraphicFramePr>
            <a:graphicFrameLocks noGrp="1"/>
          </p:cNvGraphicFramePr>
          <p:nvPr>
            <p:ph idx="1"/>
            <p:extLst>
              <p:ext uri="{D42A27DB-BD31-4B8C-83A1-F6EECF244321}">
                <p14:modId xmlns:p14="http://schemas.microsoft.com/office/powerpoint/2010/main" val="76455106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Graphic 6" descr="Barnvagn">
            <a:extLst>
              <a:ext uri="{FF2B5EF4-FFF2-40B4-BE49-F238E27FC236}">
                <a16:creationId xmlns:a16="http://schemas.microsoft.com/office/drawing/2014/main" id="{CAF125D6-9CEF-63F4-4EDF-A2B03CDA2E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987776">
            <a:off x="-1831654" y="2320702"/>
            <a:ext cx="1307111" cy="1307111"/>
          </a:xfrm>
          <a:prstGeom prst="rect">
            <a:avLst/>
          </a:prstGeom>
        </p:spPr>
      </p:pic>
    </p:spTree>
    <p:extLst>
      <p:ext uri="{BB962C8B-B14F-4D97-AF65-F5344CB8AC3E}">
        <p14:creationId xmlns:p14="http://schemas.microsoft.com/office/powerpoint/2010/main" val="40523172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260F5">
            <a:alpha val="5886"/>
          </a:srgbClr>
        </a:solidFill>
        <a:effectLst/>
      </p:bgPr>
    </p:bg>
    <p:spTree>
      <p:nvGrpSpPr>
        <p:cNvPr id="1" name=""/>
        <p:cNvGrpSpPr/>
        <p:nvPr/>
      </p:nvGrpSpPr>
      <p:grpSpPr>
        <a:xfrm>
          <a:off x="0" y="0"/>
          <a:ext cx="0" cy="0"/>
          <a:chOff x="0" y="0"/>
          <a:chExt cx="0" cy="0"/>
        </a:xfrm>
      </p:grpSpPr>
      <p:sp useBgFill="1">
        <p:nvSpPr>
          <p:cNvPr id="11"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ubrik 1">
            <a:extLst>
              <a:ext uri="{FF2B5EF4-FFF2-40B4-BE49-F238E27FC236}">
                <a16:creationId xmlns:a16="http://schemas.microsoft.com/office/drawing/2014/main" id="{877DD518-DB44-C907-95E5-E169EFF6C7C0}"/>
              </a:ext>
            </a:extLst>
          </p:cNvPr>
          <p:cNvSpPr>
            <a:spLocks noGrp="1"/>
          </p:cNvSpPr>
          <p:nvPr>
            <p:ph type="title"/>
          </p:nvPr>
        </p:nvSpPr>
        <p:spPr>
          <a:xfrm>
            <a:off x="1937981" y="2382982"/>
            <a:ext cx="5801917" cy="810765"/>
          </a:xfrm>
        </p:spPr>
        <p:txBody>
          <a:bodyPr anchor="b">
            <a:normAutofit/>
          </a:bodyPr>
          <a:lstStyle/>
          <a:p>
            <a:r>
              <a:rPr lang="en-US" sz="4000">
                <a:latin typeface="American Typewriter" panose="02090604020004020304" pitchFamily="18" charset="77"/>
              </a:rPr>
              <a:t>Problem Statement</a:t>
            </a:r>
          </a:p>
        </p:txBody>
      </p:sp>
      <p:sp>
        <p:nvSpPr>
          <p:cNvPr id="3" name="Platshållare för innehåll 2">
            <a:extLst>
              <a:ext uri="{FF2B5EF4-FFF2-40B4-BE49-F238E27FC236}">
                <a16:creationId xmlns:a16="http://schemas.microsoft.com/office/drawing/2014/main" id="{107418ED-81BC-C14D-FE6C-F7AFEED8273E}"/>
              </a:ext>
            </a:extLst>
          </p:cNvPr>
          <p:cNvSpPr>
            <a:spLocks noGrp="1"/>
          </p:cNvSpPr>
          <p:nvPr>
            <p:ph idx="1"/>
          </p:nvPr>
        </p:nvSpPr>
        <p:spPr>
          <a:xfrm>
            <a:off x="1537856" y="3365463"/>
            <a:ext cx="6202044" cy="2057045"/>
          </a:xfrm>
        </p:spPr>
        <p:txBody>
          <a:bodyPr>
            <a:normAutofit/>
          </a:bodyPr>
          <a:lstStyle/>
          <a:p>
            <a:r>
              <a:rPr lang="en-US" sz="1700">
                <a:latin typeface="American Typewriter" panose="02090604020004020304" pitchFamily="18" charset="77"/>
              </a:rPr>
              <a:t>We aim to relieve stress for parents</a:t>
            </a:r>
          </a:p>
          <a:p>
            <a:pPr lvl="1"/>
            <a:r>
              <a:rPr lang="en-US" sz="1700" b="0" i="0">
                <a:effectLst/>
                <a:latin typeface="American Typewriter" panose="02090604020004020304" pitchFamily="18" charset="77"/>
              </a:rPr>
              <a:t>New parents already have enough on their plates</a:t>
            </a:r>
          </a:p>
          <a:p>
            <a:r>
              <a:rPr lang="en-US" sz="1700" b="0" i="0">
                <a:effectLst/>
                <a:latin typeface="American Typewriter" panose="02090604020004020304" pitchFamily="18" charset="77"/>
              </a:rPr>
              <a:t>Ther</a:t>
            </a:r>
            <a:r>
              <a:rPr lang="en-US" sz="1700">
                <a:latin typeface="American Typewriter" panose="02090604020004020304" pitchFamily="18" charset="77"/>
              </a:rPr>
              <a:t>e is an existing stroller that aims to solve the same problem (that costs 2,290 CAD)</a:t>
            </a:r>
          </a:p>
          <a:p>
            <a:pPr lvl="1"/>
            <a:r>
              <a:rPr lang="en-US" sz="1700" b="0" i="0">
                <a:effectLst/>
                <a:latin typeface="American Typewriter" panose="02090604020004020304" pitchFamily="18" charset="77"/>
              </a:rPr>
              <a:t>Our appro</a:t>
            </a:r>
            <a:r>
              <a:rPr lang="en-US" sz="1700">
                <a:latin typeface="American Typewriter" panose="02090604020004020304" pitchFamily="18" charset="77"/>
              </a:rPr>
              <a:t>ach is to make it cheaper and modular</a:t>
            </a:r>
            <a:endParaRPr lang="en-US" sz="1700" b="0" i="0">
              <a:effectLst/>
              <a:latin typeface="American Typewriter" panose="02090604020004020304" pitchFamily="18" charset="77"/>
            </a:endParaRPr>
          </a:p>
        </p:txBody>
      </p:sp>
      <p:pic>
        <p:nvPicPr>
          <p:cNvPr id="15" name="Graphic 8" descr="Parent and Child">
            <a:extLst>
              <a:ext uri="{FF2B5EF4-FFF2-40B4-BE49-F238E27FC236}">
                <a16:creationId xmlns:a16="http://schemas.microsoft.com/office/drawing/2014/main" id="{5F0DE63C-E9CA-4BE9-AEF4-0FDEF7DFB1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41431" y="816337"/>
            <a:ext cx="5225327" cy="5225327"/>
          </a:xfrm>
          <a:prstGeom prst="rect">
            <a:avLst/>
          </a:prstGeom>
        </p:spPr>
      </p:pic>
      <p:pic>
        <p:nvPicPr>
          <p:cNvPr id="18" name="Graphic 6" descr="Barnvagn">
            <a:extLst>
              <a:ext uri="{FF2B5EF4-FFF2-40B4-BE49-F238E27FC236}">
                <a16:creationId xmlns:a16="http://schemas.microsoft.com/office/drawing/2014/main" id="{68B4ADAC-50A0-701F-D24C-2E78909156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0987776">
            <a:off x="1207460" y="1481253"/>
            <a:ext cx="1307111" cy="1307111"/>
          </a:xfrm>
          <a:prstGeom prst="rect">
            <a:avLst/>
          </a:prstGeom>
        </p:spPr>
      </p:pic>
      <p:sp>
        <p:nvSpPr>
          <p:cNvPr id="20" name="Hjärta 19">
            <a:extLst>
              <a:ext uri="{FF2B5EF4-FFF2-40B4-BE49-F238E27FC236}">
                <a16:creationId xmlns:a16="http://schemas.microsoft.com/office/drawing/2014/main" id="{55262734-D2FA-07E1-CEF5-43E1E35D7A7F}"/>
              </a:ext>
            </a:extLst>
          </p:cNvPr>
          <p:cNvSpPr/>
          <p:nvPr/>
        </p:nvSpPr>
        <p:spPr>
          <a:xfrm>
            <a:off x="8849406" y="2520647"/>
            <a:ext cx="212436" cy="182675"/>
          </a:xfrm>
          <a:prstGeom prst="heart">
            <a:avLst/>
          </a:prstGeom>
          <a:solidFill>
            <a:srgbClr val="7260F5"/>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1" name="Hjärta 20">
            <a:extLst>
              <a:ext uri="{FF2B5EF4-FFF2-40B4-BE49-F238E27FC236}">
                <a16:creationId xmlns:a16="http://schemas.microsoft.com/office/drawing/2014/main" id="{328CB1F3-3C45-969A-21E6-58EF98B3A003}"/>
              </a:ext>
            </a:extLst>
          </p:cNvPr>
          <p:cNvSpPr/>
          <p:nvPr/>
        </p:nvSpPr>
        <p:spPr>
          <a:xfrm>
            <a:off x="10273114" y="4411287"/>
            <a:ext cx="117796" cy="98051"/>
          </a:xfrm>
          <a:prstGeom prst="hear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534680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260F5">
            <a:alpha val="10169"/>
          </a:srgbClr>
        </a:solidFill>
        <a:effectLst/>
      </p:bgPr>
    </p:bg>
    <p:spTree>
      <p:nvGrpSpPr>
        <p:cNvPr id="1" name=""/>
        <p:cNvGrpSpPr/>
        <p:nvPr/>
      </p:nvGrpSpPr>
      <p:grpSpPr>
        <a:xfrm>
          <a:off x="0" y="0"/>
          <a:ext cx="0" cy="0"/>
          <a:chOff x="0" y="0"/>
          <a:chExt cx="0" cy="0"/>
        </a:xfrm>
      </p:grpSpPr>
      <p:sp>
        <p:nvSpPr>
          <p:cNvPr id="3" name="Platshållare för innehåll 2">
            <a:extLst>
              <a:ext uri="{FF2B5EF4-FFF2-40B4-BE49-F238E27FC236}">
                <a16:creationId xmlns:a16="http://schemas.microsoft.com/office/drawing/2014/main" id="{43FEAF3B-5F15-E349-662D-E7BE8F54B0A3}"/>
              </a:ext>
            </a:extLst>
          </p:cNvPr>
          <p:cNvSpPr>
            <a:spLocks noGrp="1"/>
          </p:cNvSpPr>
          <p:nvPr>
            <p:ph idx="1"/>
          </p:nvPr>
        </p:nvSpPr>
        <p:spPr>
          <a:xfrm>
            <a:off x="4354" y="661851"/>
            <a:ext cx="8604068" cy="5537200"/>
          </a:xfrm>
        </p:spPr>
        <p:txBody>
          <a:bodyPr vert="horz" lIns="91440" tIns="45720" rIns="91440" bIns="45720" rtlCol="0" anchor="t">
            <a:normAutofit fontScale="92500" lnSpcReduction="10000"/>
          </a:bodyPr>
          <a:lstStyle/>
          <a:p>
            <a:r>
              <a:rPr lang="en-US" sz="2000" b="1" i="0">
                <a:effectLst/>
                <a:latin typeface="American Typewriter"/>
              </a:rPr>
              <a:t>Capacitive sensor in the handle</a:t>
            </a:r>
          </a:p>
          <a:p>
            <a:pPr lvl="1"/>
            <a:r>
              <a:rPr lang="en-US" sz="1600">
                <a:latin typeface="American Typewriter"/>
              </a:rPr>
              <a:t>Detects touch </a:t>
            </a:r>
            <a:endParaRPr lang="en-US" sz="1600">
              <a:latin typeface="American Typewriter" panose="02090604020004020304" pitchFamily="18" charset="77"/>
            </a:endParaRPr>
          </a:p>
          <a:p>
            <a:pPr marL="457200" lvl="1" indent="0">
              <a:buNone/>
            </a:pPr>
            <a:endParaRPr lang="en-US" sz="2000" b="0" i="0">
              <a:effectLst/>
              <a:latin typeface="American Typewriter" panose="02090604020004020304" pitchFamily="18" charset="77"/>
            </a:endParaRPr>
          </a:p>
          <a:p>
            <a:r>
              <a:rPr lang="en-US" sz="2000" b="1" i="0">
                <a:effectLst/>
                <a:latin typeface="American Typewriter"/>
              </a:rPr>
              <a:t>IMU and Hall sensor</a:t>
            </a:r>
          </a:p>
          <a:p>
            <a:pPr lvl="1"/>
            <a:r>
              <a:rPr lang="en-US" sz="1600">
                <a:latin typeface="American Typewriter" panose="02090604020004020304" pitchFamily="18" charset="77"/>
              </a:rPr>
              <a:t>Detects if the stroller is on the move</a:t>
            </a:r>
          </a:p>
          <a:p>
            <a:pPr marL="457200" lvl="1" indent="0">
              <a:buNone/>
            </a:pPr>
            <a:endParaRPr lang="en-US" sz="2000">
              <a:latin typeface="American Typewriter" panose="02090604020004020304" pitchFamily="18" charset="77"/>
            </a:endParaRPr>
          </a:p>
          <a:p>
            <a:r>
              <a:rPr lang="en-US" sz="2000" b="1" i="0">
                <a:effectLst/>
                <a:latin typeface="American Typewriter"/>
              </a:rPr>
              <a:t>Servo-motor me</a:t>
            </a:r>
            <a:r>
              <a:rPr lang="en-US" sz="2000" b="1">
                <a:latin typeface="American Typewriter"/>
              </a:rPr>
              <a:t>chanism brakes if:</a:t>
            </a:r>
          </a:p>
          <a:p>
            <a:pPr lvl="1"/>
            <a:r>
              <a:rPr lang="en-US" sz="1600">
                <a:latin typeface="American Typewriter" panose="02090604020004020304" pitchFamily="18" charset="77"/>
              </a:rPr>
              <a:t>1. The handle is not being held, and the Hall sensor detects movement</a:t>
            </a:r>
          </a:p>
          <a:p>
            <a:pPr lvl="1"/>
            <a:r>
              <a:rPr lang="en-US" sz="1600">
                <a:latin typeface="American Typewriter" panose="02090604020004020304" pitchFamily="18" charset="77"/>
              </a:rPr>
              <a:t>2. The handle is not being held, and the IMU detects an incline/decline</a:t>
            </a:r>
          </a:p>
          <a:p>
            <a:pPr lvl="1"/>
            <a:r>
              <a:rPr lang="en-US" sz="1600">
                <a:latin typeface="American Typewriter" panose="02090604020004020304" pitchFamily="18" charset="77"/>
              </a:rPr>
              <a:t>3. The handle is not being held, and the IMU detects shaking</a:t>
            </a:r>
          </a:p>
          <a:p>
            <a:endParaRPr lang="en-US" sz="2000">
              <a:latin typeface="American Typewriter" panose="02090604020004020304" pitchFamily="18" charset="77"/>
            </a:endParaRPr>
          </a:p>
          <a:p>
            <a:r>
              <a:rPr lang="en-US" sz="2000" b="1">
                <a:latin typeface="American Typewriter"/>
              </a:rPr>
              <a:t>RISC-V has four states (i.e., it is a state machine):</a:t>
            </a:r>
          </a:p>
          <a:p>
            <a:pPr lvl="1"/>
            <a:r>
              <a:rPr lang="en-US" sz="1600">
                <a:latin typeface="American Typewriter" panose="02090604020004020304" pitchFamily="18" charset="77"/>
              </a:rPr>
              <a:t>1. Held : The handle is held, no need to check for movement (brakes turn off here)</a:t>
            </a:r>
          </a:p>
          <a:p>
            <a:pPr lvl="1"/>
            <a:r>
              <a:rPr lang="en-US" sz="1600">
                <a:latin typeface="American Typewriter" panose="02090604020004020304" pitchFamily="18" charset="77"/>
              </a:rPr>
              <a:t>2. Waiting : The handle is not held, waits 3s, checks IMU for angle or shaking</a:t>
            </a:r>
          </a:p>
          <a:p>
            <a:pPr lvl="1"/>
            <a:r>
              <a:rPr lang="en-US" sz="1600">
                <a:latin typeface="American Typewriter" panose="02090604020004020304" pitchFamily="18" charset="77"/>
              </a:rPr>
              <a:t>3. Armed : The handle is not held and the 3s has passed, checks IMU and Hall sensor</a:t>
            </a:r>
          </a:p>
          <a:p>
            <a:pPr lvl="1"/>
            <a:r>
              <a:rPr lang="en-US" sz="1600">
                <a:latin typeface="American Typewriter" panose="02090604020004020304" pitchFamily="18" charset="77"/>
              </a:rPr>
              <a:t>4. Braked : Movement was detected by IMU or Hall sensor</a:t>
            </a:r>
          </a:p>
        </p:txBody>
      </p:sp>
      <p:sp>
        <p:nvSpPr>
          <p:cNvPr id="4" name="Rubrik 1">
            <a:extLst>
              <a:ext uri="{FF2B5EF4-FFF2-40B4-BE49-F238E27FC236}">
                <a16:creationId xmlns:a16="http://schemas.microsoft.com/office/drawing/2014/main" id="{F3375387-E99E-AB97-FA29-FBBD8AB08A45}"/>
              </a:ext>
            </a:extLst>
          </p:cNvPr>
          <p:cNvSpPr>
            <a:spLocks noGrp="1"/>
          </p:cNvSpPr>
          <p:nvPr>
            <p:ph type="title"/>
          </p:nvPr>
        </p:nvSpPr>
        <p:spPr>
          <a:xfrm>
            <a:off x="2176780" y="0"/>
            <a:ext cx="7838440" cy="794545"/>
          </a:xfrm>
        </p:spPr>
        <p:txBody>
          <a:bodyPr>
            <a:normAutofit/>
          </a:bodyPr>
          <a:lstStyle/>
          <a:p>
            <a:pPr algn="ctr"/>
            <a:r>
              <a:rPr lang="en-US">
                <a:latin typeface="American Typewriter" panose="02090604020004020304" pitchFamily="18" charset="77"/>
              </a:rPr>
              <a:t>Technical Approach</a:t>
            </a:r>
          </a:p>
        </p:txBody>
      </p:sp>
      <p:pic>
        <p:nvPicPr>
          <p:cNvPr id="5" name="Graphic 6" descr="Barnvagn">
            <a:extLst>
              <a:ext uri="{FF2B5EF4-FFF2-40B4-BE49-F238E27FC236}">
                <a16:creationId xmlns:a16="http://schemas.microsoft.com/office/drawing/2014/main" id="{54DB52F7-B3BA-9E9B-3CC8-ECABC325B5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224913">
            <a:off x="13881820" y="-1383699"/>
            <a:ext cx="1307111" cy="1307111"/>
          </a:xfrm>
          <a:prstGeom prst="rect">
            <a:avLst/>
          </a:prstGeom>
        </p:spPr>
      </p:pic>
      <p:pic>
        <p:nvPicPr>
          <p:cNvPr id="7" name="Bildobjekt 6" descr="En bild som visar gul, cykel, inomhus&#10;&#10;AI-genererat innehåll kan vara felaktigt.">
            <a:extLst>
              <a:ext uri="{FF2B5EF4-FFF2-40B4-BE49-F238E27FC236}">
                <a16:creationId xmlns:a16="http://schemas.microsoft.com/office/drawing/2014/main" id="{3C31DDB5-106D-15A1-78F5-F59AD2B4A6AD}"/>
              </a:ext>
            </a:extLst>
          </p:cNvPr>
          <p:cNvPicPr>
            <a:picLocks noChangeAspect="1"/>
          </p:cNvPicPr>
          <p:nvPr/>
        </p:nvPicPr>
        <p:blipFill>
          <a:blip r:embed="rId4"/>
          <a:srcRect l="19769" t="11971" r="12089" b="10207"/>
          <a:stretch/>
        </p:blipFill>
        <p:spPr>
          <a:xfrm rot="5400000">
            <a:off x="9877656" y="2390636"/>
            <a:ext cx="1917811" cy="1642683"/>
          </a:xfrm>
          <a:prstGeom prst="rect">
            <a:avLst/>
          </a:prstGeom>
        </p:spPr>
      </p:pic>
      <p:pic>
        <p:nvPicPr>
          <p:cNvPr id="13" name="Bildobjekt 12" descr="En bild som visar verktyg, kabel, Elkabel, golv&#10;&#10;AI-genererat innehåll kan vara felaktigt.">
            <a:extLst>
              <a:ext uri="{FF2B5EF4-FFF2-40B4-BE49-F238E27FC236}">
                <a16:creationId xmlns:a16="http://schemas.microsoft.com/office/drawing/2014/main" id="{F797CC16-1CC7-E093-E147-7FEABDA8CCB6}"/>
              </a:ext>
            </a:extLst>
          </p:cNvPr>
          <p:cNvPicPr>
            <a:picLocks noChangeAspect="1"/>
          </p:cNvPicPr>
          <p:nvPr/>
        </p:nvPicPr>
        <p:blipFill>
          <a:blip r:embed="rId5"/>
          <a:srcRect l="50000" t="-972" r="24464" b="44702"/>
          <a:stretch/>
        </p:blipFill>
        <p:spPr>
          <a:xfrm rot="5400000">
            <a:off x="5783218" y="251102"/>
            <a:ext cx="1250713" cy="2066980"/>
          </a:xfrm>
          <a:prstGeom prst="rect">
            <a:avLst/>
          </a:prstGeom>
        </p:spPr>
      </p:pic>
      <p:pic>
        <p:nvPicPr>
          <p:cNvPr id="15" name="Bildobjekt 14" descr="En bild som visar elektronik, Kretskomponent, Elektronisk komponent, Elektrisk ingenjörskonst&#10;&#10;AI-genererat innehåll kan vara felaktigt.">
            <a:extLst>
              <a:ext uri="{FF2B5EF4-FFF2-40B4-BE49-F238E27FC236}">
                <a16:creationId xmlns:a16="http://schemas.microsoft.com/office/drawing/2014/main" id="{E5380F2E-828A-2210-3EAD-B731965BC3CF}"/>
              </a:ext>
            </a:extLst>
          </p:cNvPr>
          <p:cNvPicPr>
            <a:picLocks noChangeAspect="1"/>
          </p:cNvPicPr>
          <p:nvPr/>
        </p:nvPicPr>
        <p:blipFill>
          <a:blip r:embed="rId6"/>
          <a:srcRect l="34706" t="47641" r="56070" b="28400"/>
          <a:stretch/>
        </p:blipFill>
        <p:spPr>
          <a:xfrm rot="5400000">
            <a:off x="8357938" y="3166215"/>
            <a:ext cx="830316" cy="1617450"/>
          </a:xfrm>
          <a:prstGeom prst="rect">
            <a:avLst/>
          </a:prstGeom>
        </p:spPr>
      </p:pic>
      <p:pic>
        <p:nvPicPr>
          <p:cNvPr id="19" name="Bildobjekt 18" descr="En bild som visar person, mark&#10;&#10;AI-genererat innehåll kan vara felaktigt.">
            <a:extLst>
              <a:ext uri="{FF2B5EF4-FFF2-40B4-BE49-F238E27FC236}">
                <a16:creationId xmlns:a16="http://schemas.microsoft.com/office/drawing/2014/main" id="{56E2D68B-291E-D910-B0E7-43A97441D201}"/>
              </a:ext>
            </a:extLst>
          </p:cNvPr>
          <p:cNvPicPr>
            <a:picLocks noChangeAspect="1"/>
          </p:cNvPicPr>
          <p:nvPr/>
        </p:nvPicPr>
        <p:blipFill>
          <a:blip r:embed="rId7"/>
          <a:srcRect l="9109" t="30945" r="39630" b="31402"/>
          <a:stretch/>
        </p:blipFill>
        <p:spPr>
          <a:xfrm>
            <a:off x="7810433" y="1418857"/>
            <a:ext cx="1906146" cy="1655746"/>
          </a:xfrm>
          <a:prstGeom prst="rect">
            <a:avLst/>
          </a:prstGeom>
        </p:spPr>
      </p:pic>
      <p:pic>
        <p:nvPicPr>
          <p:cNvPr id="21" name="Bildobjekt 20" descr="En bild som visar text, Teckensnitt, Rektangel, skylt&#10;&#10;AI-genererat innehåll kan vara felaktigt.">
            <a:extLst>
              <a:ext uri="{FF2B5EF4-FFF2-40B4-BE49-F238E27FC236}">
                <a16:creationId xmlns:a16="http://schemas.microsoft.com/office/drawing/2014/main" id="{42E58A96-41FD-D0FB-E036-6462C49AD080}"/>
              </a:ext>
            </a:extLst>
          </p:cNvPr>
          <p:cNvPicPr>
            <a:picLocks noChangeAspect="1"/>
          </p:cNvPicPr>
          <p:nvPr/>
        </p:nvPicPr>
        <p:blipFill>
          <a:blip r:embed="rId8"/>
          <a:stretch>
            <a:fillRect/>
          </a:stretch>
        </p:blipFill>
        <p:spPr>
          <a:xfrm>
            <a:off x="8137417" y="5744484"/>
            <a:ext cx="1700530" cy="911911"/>
          </a:xfrm>
          <a:prstGeom prst="rect">
            <a:avLst/>
          </a:prstGeom>
        </p:spPr>
      </p:pic>
      <p:pic>
        <p:nvPicPr>
          <p:cNvPr id="23" name="Bildobjekt 22" descr="En bild som visar text, Teckensnitt, Rektangel, nummer&#10;&#10;AI-genererat innehåll kan vara felaktigt.">
            <a:extLst>
              <a:ext uri="{FF2B5EF4-FFF2-40B4-BE49-F238E27FC236}">
                <a16:creationId xmlns:a16="http://schemas.microsoft.com/office/drawing/2014/main" id="{59A292BE-99AF-B8F3-09F3-976AA53F7920}"/>
              </a:ext>
            </a:extLst>
          </p:cNvPr>
          <p:cNvPicPr>
            <a:picLocks noChangeAspect="1"/>
          </p:cNvPicPr>
          <p:nvPr/>
        </p:nvPicPr>
        <p:blipFill>
          <a:blip r:embed="rId9"/>
          <a:stretch>
            <a:fillRect/>
          </a:stretch>
        </p:blipFill>
        <p:spPr>
          <a:xfrm>
            <a:off x="9441675" y="4520774"/>
            <a:ext cx="1700530" cy="951519"/>
          </a:xfrm>
          <a:prstGeom prst="rect">
            <a:avLst/>
          </a:prstGeom>
        </p:spPr>
      </p:pic>
      <p:cxnSp>
        <p:nvCxnSpPr>
          <p:cNvPr id="25" name="Kurva 24">
            <a:extLst>
              <a:ext uri="{FF2B5EF4-FFF2-40B4-BE49-F238E27FC236}">
                <a16:creationId xmlns:a16="http://schemas.microsoft.com/office/drawing/2014/main" id="{98285EE2-894F-A09F-AC25-A1DFD5F7BC88}"/>
              </a:ext>
            </a:extLst>
          </p:cNvPr>
          <p:cNvCxnSpPr>
            <a:cxnSpLocks/>
          </p:cNvCxnSpPr>
          <p:nvPr/>
        </p:nvCxnSpPr>
        <p:spPr>
          <a:xfrm>
            <a:off x="3447803" y="1616035"/>
            <a:ext cx="4221115" cy="968151"/>
          </a:xfrm>
          <a:prstGeom prst="curvedConnector3">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4934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260F5">
            <a:alpha val="6106"/>
          </a:srgbClr>
        </a:solidFill>
        <a:effectLst/>
      </p:bgPr>
    </p:bg>
    <p:spTree>
      <p:nvGrpSpPr>
        <p:cNvPr id="1" name=""/>
        <p:cNvGrpSpPr/>
        <p:nvPr/>
      </p:nvGrpSpPr>
      <p:grpSpPr>
        <a:xfrm>
          <a:off x="0" y="0"/>
          <a:ext cx="0" cy="0"/>
          <a:chOff x="0" y="0"/>
          <a:chExt cx="0" cy="0"/>
        </a:xfrm>
      </p:grpSpPr>
      <p:sp useBgFill="1">
        <p:nvSpPr>
          <p:cNvPr id="24" name="Rectangle 26">
            <a:extLst>
              <a:ext uri="{FF2B5EF4-FFF2-40B4-BE49-F238E27FC236}">
                <a16:creationId xmlns:a16="http://schemas.microsoft.com/office/drawing/2014/main" id="{DB304A14-32D0-4873-B914-423ED7B8D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Rubrik 1">
            <a:extLst>
              <a:ext uri="{FF2B5EF4-FFF2-40B4-BE49-F238E27FC236}">
                <a16:creationId xmlns:a16="http://schemas.microsoft.com/office/drawing/2014/main" id="{D74E288E-D734-1BBA-BA6A-1E3FCA2C1F84}"/>
              </a:ext>
            </a:extLst>
          </p:cNvPr>
          <p:cNvSpPr>
            <a:spLocks noGrp="1"/>
          </p:cNvSpPr>
          <p:nvPr>
            <p:ph type="title"/>
          </p:nvPr>
        </p:nvSpPr>
        <p:spPr>
          <a:xfrm>
            <a:off x="838200" y="1112853"/>
            <a:ext cx="5387502" cy="1325563"/>
          </a:xfrm>
        </p:spPr>
        <p:txBody>
          <a:bodyPr>
            <a:normAutofit/>
          </a:bodyPr>
          <a:lstStyle/>
          <a:p>
            <a:r>
              <a:rPr lang="en-US">
                <a:latin typeface="American Typewriter" panose="02090604020004020304" pitchFamily="18" charset="77"/>
              </a:rPr>
              <a:t>User Interaction</a:t>
            </a:r>
          </a:p>
        </p:txBody>
      </p:sp>
      <p:sp>
        <p:nvSpPr>
          <p:cNvPr id="3" name="Platshållare för innehåll 2">
            <a:extLst>
              <a:ext uri="{FF2B5EF4-FFF2-40B4-BE49-F238E27FC236}">
                <a16:creationId xmlns:a16="http://schemas.microsoft.com/office/drawing/2014/main" id="{330554C1-6635-68B4-A4EB-1696C925F5E6}"/>
              </a:ext>
            </a:extLst>
          </p:cNvPr>
          <p:cNvSpPr>
            <a:spLocks noGrp="1"/>
          </p:cNvSpPr>
          <p:nvPr>
            <p:ph idx="1"/>
          </p:nvPr>
        </p:nvSpPr>
        <p:spPr>
          <a:xfrm>
            <a:off x="368135" y="2636322"/>
            <a:ext cx="6092042" cy="2719449"/>
          </a:xfrm>
        </p:spPr>
        <p:txBody>
          <a:bodyPr>
            <a:normAutofit/>
          </a:bodyPr>
          <a:lstStyle/>
          <a:p>
            <a:r>
              <a:rPr lang="en-US" b="0" i="0">
                <a:effectLst/>
                <a:latin typeface="American Typewriter" panose="02090604020004020304" pitchFamily="18" charset="77"/>
              </a:rPr>
              <a:t>The ”user interface” is the handle</a:t>
            </a:r>
            <a:endParaRPr lang="en-US">
              <a:latin typeface="American Typewriter" panose="02090604020004020304" pitchFamily="18" charset="77"/>
            </a:endParaRPr>
          </a:p>
          <a:p>
            <a:r>
              <a:rPr lang="en-US" b="0" i="0">
                <a:effectLst/>
                <a:latin typeface="American Typewriter" panose="02090604020004020304" pitchFamily="18" charset="77"/>
              </a:rPr>
              <a:t>Intended to be installed on the stroller</a:t>
            </a:r>
            <a:r>
              <a:rPr lang="en-US">
                <a:latin typeface="American Typewriter" panose="02090604020004020304" pitchFamily="18" charset="77"/>
              </a:rPr>
              <a:t> and then work on its own</a:t>
            </a:r>
          </a:p>
          <a:p>
            <a:r>
              <a:rPr lang="en-US">
                <a:latin typeface="American Typewriter" panose="02090604020004020304" pitchFamily="18" charset="77"/>
              </a:rPr>
              <a:t>User experience will hopefully be a de-</a:t>
            </a:r>
            <a:r>
              <a:rPr lang="en-US" err="1">
                <a:latin typeface="American Typewriter" panose="02090604020004020304" pitchFamily="18" charset="77"/>
              </a:rPr>
              <a:t>stresser</a:t>
            </a:r>
            <a:endParaRPr lang="en-US" b="0" i="0">
              <a:effectLst/>
              <a:latin typeface="American Typewriter" panose="02090604020004020304" pitchFamily="18" charset="77"/>
            </a:endParaRPr>
          </a:p>
          <a:p>
            <a:pPr marL="0" indent="0">
              <a:buNone/>
            </a:pPr>
            <a:endParaRPr lang="en-US">
              <a:latin typeface="American Typewriter" panose="02090604020004020304" pitchFamily="18" charset="77"/>
            </a:endParaRPr>
          </a:p>
        </p:txBody>
      </p:sp>
      <p:sp>
        <p:nvSpPr>
          <p:cNvPr id="25" name="!!Oval">
            <a:extLst>
              <a:ext uri="{FF2B5EF4-FFF2-40B4-BE49-F238E27FC236}">
                <a16:creationId xmlns:a16="http://schemas.microsoft.com/office/drawing/2014/main" id="{1D460C86-854F-4FB3-ABC2-E823D8FEB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3451" y="1656147"/>
            <a:ext cx="546100" cy="546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Arc">
            <a:extLst>
              <a:ext uri="{FF2B5EF4-FFF2-40B4-BE49-F238E27FC236}">
                <a16:creationId xmlns:a16="http://schemas.microsoft.com/office/drawing/2014/main" id="{BB48116A-278A-4CC5-89D3-9DE8E8FF12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4739" y="587516"/>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1" name="Bildobjekt 10" descr="En bild som visar hjul, person, utomhus, klädsel&#10;&#10;AI-genererat innehåll kan vara felaktigt.">
            <a:extLst>
              <a:ext uri="{FF2B5EF4-FFF2-40B4-BE49-F238E27FC236}">
                <a16:creationId xmlns:a16="http://schemas.microsoft.com/office/drawing/2014/main" id="{E63033D5-4D27-1D06-407D-EADF11F8FB21}"/>
              </a:ext>
            </a:extLst>
          </p:cNvPr>
          <p:cNvPicPr>
            <a:picLocks noChangeAspect="1"/>
          </p:cNvPicPr>
          <p:nvPr/>
        </p:nvPicPr>
        <p:blipFill>
          <a:blip r:embed="rId3">
            <a:alphaModFix/>
            <a:extLst>
              <a:ext uri="{BEBA8EAE-BF5A-486C-A8C5-ECC9F3942E4B}">
                <a14:imgProps xmlns:a14="http://schemas.microsoft.com/office/drawing/2010/main">
                  <a14:imgLayer r:embed="rId4">
                    <a14:imgEffect>
                      <a14:artisticPaintBrush/>
                    </a14:imgEffect>
                  </a14:imgLayer>
                </a14:imgProps>
              </a:ext>
            </a:extLst>
          </a:blip>
          <a:srcRect l="4558" t="6753" b="24149"/>
          <a:stretch/>
        </p:blipFill>
        <p:spPr>
          <a:xfrm>
            <a:off x="6460177" y="1370514"/>
            <a:ext cx="4749530" cy="4584753"/>
          </a:xfrm>
          <a:prstGeom prst="ellipse">
            <a:avLst/>
          </a:prstGeom>
          <a:ln>
            <a:noFill/>
          </a:ln>
          <a:effectLst>
            <a:softEdge rad="112500"/>
          </a:effectLst>
        </p:spPr>
      </p:pic>
    </p:spTree>
    <p:extLst>
      <p:ext uri="{BB962C8B-B14F-4D97-AF65-F5344CB8AC3E}">
        <p14:creationId xmlns:p14="http://schemas.microsoft.com/office/powerpoint/2010/main" val="30315883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260F5">
            <a:alpha val="13000"/>
          </a:srgbClr>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2BC9498-00F5-6B7E-A2E2-C6D6E7AB69C8}"/>
              </a:ext>
            </a:extLst>
          </p:cNvPr>
          <p:cNvSpPr>
            <a:spLocks noGrp="1"/>
          </p:cNvSpPr>
          <p:nvPr>
            <p:ph type="title"/>
          </p:nvPr>
        </p:nvSpPr>
        <p:spPr>
          <a:xfrm>
            <a:off x="1654628" y="143851"/>
            <a:ext cx="8882743" cy="914400"/>
          </a:xfrm>
        </p:spPr>
        <p:txBody>
          <a:bodyPr>
            <a:normAutofit/>
          </a:bodyPr>
          <a:lstStyle/>
          <a:p>
            <a:pPr algn="ctr"/>
            <a:r>
              <a:rPr lang="en-US">
                <a:latin typeface="American Typewriter" panose="02090604020004020304" pitchFamily="18" charset="77"/>
              </a:rPr>
              <a:t>Results (with a skateboard)</a:t>
            </a:r>
          </a:p>
        </p:txBody>
      </p:sp>
      <p:pic>
        <p:nvPicPr>
          <p:cNvPr id="4" name="Bildobjekt 3" descr="En bild som visar elektronik, Kretskomponent, Elektronisk komponent, Elektrisk ingenjörskonst&#10;&#10;AI-genererat innehåll kan vara felaktigt.">
            <a:extLst>
              <a:ext uri="{FF2B5EF4-FFF2-40B4-BE49-F238E27FC236}">
                <a16:creationId xmlns:a16="http://schemas.microsoft.com/office/drawing/2014/main" id="{56D75E46-D341-97BE-34BB-0E372EE250AD}"/>
              </a:ext>
            </a:extLst>
          </p:cNvPr>
          <p:cNvPicPr>
            <a:picLocks noChangeAspect="1"/>
          </p:cNvPicPr>
          <p:nvPr/>
        </p:nvPicPr>
        <p:blipFill>
          <a:blip r:embed="rId3"/>
          <a:srcRect l="34706" t="47641" r="56070" b="28400"/>
          <a:stretch/>
        </p:blipFill>
        <p:spPr>
          <a:xfrm rot="5400000">
            <a:off x="6724493" y="710172"/>
            <a:ext cx="914400" cy="1781245"/>
          </a:xfrm>
          <a:prstGeom prst="rect">
            <a:avLst/>
          </a:prstGeom>
        </p:spPr>
      </p:pic>
      <p:pic>
        <p:nvPicPr>
          <p:cNvPr id="5" name="Bildobjekt 4" descr="En bild som visar text, Teckensnitt, Rektangel, nummer&#10;&#10;AI-genererat innehåll kan vara felaktigt.">
            <a:extLst>
              <a:ext uri="{FF2B5EF4-FFF2-40B4-BE49-F238E27FC236}">
                <a16:creationId xmlns:a16="http://schemas.microsoft.com/office/drawing/2014/main" id="{8B07B182-4D21-90EE-5E04-65FBA0998754}"/>
              </a:ext>
            </a:extLst>
          </p:cNvPr>
          <p:cNvPicPr>
            <a:picLocks noChangeAspect="1"/>
          </p:cNvPicPr>
          <p:nvPr/>
        </p:nvPicPr>
        <p:blipFill>
          <a:blip r:embed="rId4"/>
          <a:stretch>
            <a:fillRect/>
          </a:stretch>
        </p:blipFill>
        <p:spPr>
          <a:xfrm>
            <a:off x="10078816" y="2741824"/>
            <a:ext cx="1875308" cy="1049315"/>
          </a:xfrm>
          <a:prstGeom prst="rect">
            <a:avLst/>
          </a:prstGeom>
        </p:spPr>
      </p:pic>
      <p:pic>
        <p:nvPicPr>
          <p:cNvPr id="6" name="Bildobjekt 5" descr="En bild som visar text, Teckensnitt, Rektangel, skylt&#10;&#10;AI-genererat innehåll kan vara felaktigt.">
            <a:extLst>
              <a:ext uri="{FF2B5EF4-FFF2-40B4-BE49-F238E27FC236}">
                <a16:creationId xmlns:a16="http://schemas.microsoft.com/office/drawing/2014/main" id="{40698734-D26F-E55C-CCCD-22A86008954B}"/>
              </a:ext>
            </a:extLst>
          </p:cNvPr>
          <p:cNvPicPr>
            <a:picLocks noChangeAspect="1"/>
          </p:cNvPicPr>
          <p:nvPr/>
        </p:nvPicPr>
        <p:blipFill>
          <a:blip r:embed="rId5"/>
          <a:stretch>
            <a:fillRect/>
          </a:stretch>
        </p:blipFill>
        <p:spPr>
          <a:xfrm>
            <a:off x="10349853" y="4122148"/>
            <a:ext cx="1700530" cy="911911"/>
          </a:xfrm>
          <a:prstGeom prst="rect">
            <a:avLst/>
          </a:prstGeom>
        </p:spPr>
      </p:pic>
      <p:pic>
        <p:nvPicPr>
          <p:cNvPr id="8" name="Bildobjekt 7" descr="En bild som visar verktyg, kabel, Elkabel, golv&#10;&#10;AI-genererat innehåll kan vara felaktigt.">
            <a:extLst>
              <a:ext uri="{FF2B5EF4-FFF2-40B4-BE49-F238E27FC236}">
                <a16:creationId xmlns:a16="http://schemas.microsoft.com/office/drawing/2014/main" id="{A4BCBD81-1788-6C23-55CC-C4B9C1444836}"/>
              </a:ext>
            </a:extLst>
          </p:cNvPr>
          <p:cNvPicPr>
            <a:picLocks noChangeAspect="1"/>
          </p:cNvPicPr>
          <p:nvPr/>
        </p:nvPicPr>
        <p:blipFill>
          <a:blip r:embed="rId6"/>
          <a:stretch>
            <a:fillRect/>
          </a:stretch>
        </p:blipFill>
        <p:spPr>
          <a:xfrm rot="5400000">
            <a:off x="-242088" y="1738820"/>
            <a:ext cx="4734732" cy="3551049"/>
          </a:xfrm>
          <a:prstGeom prst="rect">
            <a:avLst/>
          </a:prstGeom>
        </p:spPr>
      </p:pic>
      <p:pic>
        <p:nvPicPr>
          <p:cNvPr id="10" name="Bildobjekt 9" descr="En bild som visar gul, cykel, inomhus&#10;&#10;AI-genererat innehåll kan vara felaktigt.">
            <a:extLst>
              <a:ext uri="{FF2B5EF4-FFF2-40B4-BE49-F238E27FC236}">
                <a16:creationId xmlns:a16="http://schemas.microsoft.com/office/drawing/2014/main" id="{3A8900C0-85A5-ACF6-9669-0CC1D096FBDC}"/>
              </a:ext>
            </a:extLst>
          </p:cNvPr>
          <p:cNvPicPr>
            <a:picLocks noChangeAspect="1"/>
          </p:cNvPicPr>
          <p:nvPr/>
        </p:nvPicPr>
        <p:blipFill>
          <a:blip r:embed="rId7"/>
          <a:srcRect l="15431" r="12687"/>
          <a:stretch/>
        </p:blipFill>
        <p:spPr>
          <a:xfrm rot="5400000">
            <a:off x="4269775" y="2194894"/>
            <a:ext cx="2716893" cy="2834707"/>
          </a:xfrm>
          <a:prstGeom prst="rect">
            <a:avLst/>
          </a:prstGeom>
        </p:spPr>
      </p:pic>
      <p:grpSp>
        <p:nvGrpSpPr>
          <p:cNvPr id="13" name="Grupp 12">
            <a:extLst>
              <a:ext uri="{FF2B5EF4-FFF2-40B4-BE49-F238E27FC236}">
                <a16:creationId xmlns:a16="http://schemas.microsoft.com/office/drawing/2014/main" id="{EFE2FF9A-27C1-8259-2E93-8B5857CFB1FF}"/>
              </a:ext>
            </a:extLst>
          </p:cNvPr>
          <p:cNvGrpSpPr/>
          <p:nvPr/>
        </p:nvGrpSpPr>
        <p:grpSpPr>
          <a:xfrm>
            <a:off x="8681342" y="1419857"/>
            <a:ext cx="1875308" cy="1049315"/>
            <a:chOff x="9599717" y="2508522"/>
            <a:chExt cx="1875308" cy="1049315"/>
          </a:xfrm>
        </p:grpSpPr>
        <p:pic>
          <p:nvPicPr>
            <p:cNvPr id="11" name="Bildobjekt 10" descr="En bild som visar text, Teckensnitt, Rektangel, nummer&#10;&#10;AI-genererat innehåll kan vara felaktigt.">
              <a:extLst>
                <a:ext uri="{FF2B5EF4-FFF2-40B4-BE49-F238E27FC236}">
                  <a16:creationId xmlns:a16="http://schemas.microsoft.com/office/drawing/2014/main" id="{AF2EEC69-4AFF-2AC0-544C-99CE2A4F0AFC}"/>
                </a:ext>
              </a:extLst>
            </p:cNvPr>
            <p:cNvPicPr>
              <a:picLocks noChangeAspect="1"/>
            </p:cNvPicPr>
            <p:nvPr/>
          </p:nvPicPr>
          <p:blipFill>
            <a:blip r:embed="rId4"/>
            <a:stretch>
              <a:fillRect/>
            </a:stretch>
          </p:blipFill>
          <p:spPr>
            <a:xfrm>
              <a:off x="9599717" y="2508522"/>
              <a:ext cx="1875308" cy="1049315"/>
            </a:xfrm>
            <a:prstGeom prst="rect">
              <a:avLst/>
            </a:prstGeom>
          </p:spPr>
        </p:pic>
        <p:sp>
          <p:nvSpPr>
            <p:cNvPr id="12" name="textruta 11">
              <a:extLst>
                <a:ext uri="{FF2B5EF4-FFF2-40B4-BE49-F238E27FC236}">
                  <a16:creationId xmlns:a16="http://schemas.microsoft.com/office/drawing/2014/main" id="{C949D5C4-B4C7-2DF5-7839-ABE2EDC143E8}"/>
                </a:ext>
              </a:extLst>
            </p:cNvPr>
            <p:cNvSpPr txBox="1"/>
            <p:nvPr/>
          </p:nvSpPr>
          <p:spPr>
            <a:xfrm>
              <a:off x="10374406" y="2999390"/>
              <a:ext cx="867335" cy="2308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sv-SE" sz="900" err="1"/>
                <a:t>Waiting</a:t>
              </a:r>
              <a:r>
                <a:rPr lang="sv-SE" sz="900"/>
                <a:t>… (3s)</a:t>
              </a:r>
            </a:p>
          </p:txBody>
        </p:sp>
      </p:grpSp>
      <p:pic>
        <p:nvPicPr>
          <p:cNvPr id="14" name="Bildobjekt 13" descr="En bild som visar person, mark&#10;&#10;AI-genererat innehåll kan vara felaktigt.">
            <a:extLst>
              <a:ext uri="{FF2B5EF4-FFF2-40B4-BE49-F238E27FC236}">
                <a16:creationId xmlns:a16="http://schemas.microsoft.com/office/drawing/2014/main" id="{27FA709F-86C1-0837-662C-AF5D4AC02818}"/>
              </a:ext>
            </a:extLst>
          </p:cNvPr>
          <p:cNvPicPr>
            <a:picLocks noChangeAspect="1"/>
          </p:cNvPicPr>
          <p:nvPr/>
        </p:nvPicPr>
        <p:blipFill>
          <a:blip r:embed="rId8"/>
          <a:srcRect l="9109" t="30945" r="39630" b="31402"/>
          <a:stretch/>
        </p:blipFill>
        <p:spPr>
          <a:xfrm>
            <a:off x="7119433" y="3918998"/>
            <a:ext cx="2885524" cy="2506469"/>
          </a:xfrm>
          <a:prstGeom prst="rect">
            <a:avLst/>
          </a:prstGeom>
        </p:spPr>
      </p:pic>
    </p:spTree>
    <p:extLst>
      <p:ext uri="{BB962C8B-B14F-4D97-AF65-F5344CB8AC3E}">
        <p14:creationId xmlns:p14="http://schemas.microsoft.com/office/powerpoint/2010/main" val="1228640332"/>
      </p:ext>
    </p:extLst>
  </p:cSld>
  <p:clrMapOvr>
    <a:masterClrMapping/>
  </p:clrMapOvr>
  <mc:AlternateContent xmlns:mc="http://schemas.openxmlformats.org/markup-compatibility/2006">
    <mc:Choice xmlns:p14="http://schemas.microsoft.com/office/powerpoint/2010/main" Requires="p14">
      <p:transition spd="slow" p14:dur="2000">
        <p14:ferris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G_6141 2_771512B0-3705-41E7-B304-44ACCF3608A5.mp4">
            <a:hlinkClick r:id="" action="ppaction://media"/>
            <a:extLst>
              <a:ext uri="{FF2B5EF4-FFF2-40B4-BE49-F238E27FC236}">
                <a16:creationId xmlns:a16="http://schemas.microsoft.com/office/drawing/2014/main" id="{C2297138-3002-68AF-B809-15782D95787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25240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38">
            <a:extLst>
              <a:ext uri="{FF2B5EF4-FFF2-40B4-BE49-F238E27FC236}">
                <a16:creationId xmlns:a16="http://schemas.microsoft.com/office/drawing/2014/main" id="{330D6772-5550-42D5-B8BC-CDE283656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Rectangle 40">
            <a:extLst>
              <a:ext uri="{FF2B5EF4-FFF2-40B4-BE49-F238E27FC236}">
                <a16:creationId xmlns:a16="http://schemas.microsoft.com/office/drawing/2014/main" id="{97DB0DD1-0F30-4B7E-A6DC-3DDA7D5B35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3" descr="En bild som visar blå, Electric blue, Majorelleblå, stjärna&#10;&#10;AI-genererat innehåll kan vara felaktigt.">
            <a:extLst>
              <a:ext uri="{FF2B5EF4-FFF2-40B4-BE49-F238E27FC236}">
                <a16:creationId xmlns:a16="http://schemas.microsoft.com/office/drawing/2014/main" id="{C261180C-0CA3-B1A0-B1A1-00D4CA9C28C9}"/>
              </a:ext>
            </a:extLst>
          </p:cNvPr>
          <p:cNvPicPr>
            <a:picLocks noChangeAspect="1"/>
          </p:cNvPicPr>
          <p:nvPr/>
        </p:nvPicPr>
        <p:blipFill>
          <a:blip r:embed="rId3">
            <a:alphaModFix amt="86000"/>
          </a:blip>
          <a:srcRect b="25000"/>
          <a:stretch>
            <a:fillRect/>
          </a:stretch>
        </p:blipFill>
        <p:spPr>
          <a:xfrm>
            <a:off x="-3048" y="13196"/>
            <a:ext cx="12188952" cy="6856275"/>
          </a:xfrm>
          <a:prstGeom prst="rect">
            <a:avLst/>
          </a:prstGeom>
        </p:spPr>
      </p:pic>
      <p:sp>
        <p:nvSpPr>
          <p:cNvPr id="2" name="Rubrik 1">
            <a:extLst>
              <a:ext uri="{FF2B5EF4-FFF2-40B4-BE49-F238E27FC236}">
                <a16:creationId xmlns:a16="http://schemas.microsoft.com/office/drawing/2014/main" id="{0546F197-C4F3-D957-D8DD-D8C401B50F1E}"/>
              </a:ext>
            </a:extLst>
          </p:cNvPr>
          <p:cNvSpPr>
            <a:spLocks noGrp="1"/>
          </p:cNvSpPr>
          <p:nvPr>
            <p:ph type="title"/>
          </p:nvPr>
        </p:nvSpPr>
        <p:spPr>
          <a:xfrm>
            <a:off x="2883191" y="139652"/>
            <a:ext cx="6313713" cy="679745"/>
          </a:xfrm>
          <a:solidFill>
            <a:schemeClr val="tx1">
              <a:alpha val="38000"/>
            </a:schemeClr>
          </a:solidFill>
        </p:spPr>
        <p:txBody>
          <a:bodyPr anchor="t">
            <a:normAutofit fontScale="90000"/>
          </a:bodyPr>
          <a:lstStyle/>
          <a:p>
            <a:pPr algn="ctr"/>
            <a:r>
              <a:rPr lang="en-US">
                <a:solidFill>
                  <a:srgbClr val="FFFFFF"/>
                </a:solidFill>
                <a:latin typeface="American Typewriter" panose="02090604020004020304" pitchFamily="18" charset="77"/>
              </a:rPr>
              <a:t>Project Methodology</a:t>
            </a:r>
            <a:endParaRPr lang="en-US"/>
          </a:p>
        </p:txBody>
      </p:sp>
      <p:sp>
        <p:nvSpPr>
          <p:cNvPr id="3" name="Platshållare för innehåll 2">
            <a:extLst>
              <a:ext uri="{FF2B5EF4-FFF2-40B4-BE49-F238E27FC236}">
                <a16:creationId xmlns:a16="http://schemas.microsoft.com/office/drawing/2014/main" id="{438D0D5A-2061-52E3-A263-C76C4378F9D2}"/>
              </a:ext>
            </a:extLst>
          </p:cNvPr>
          <p:cNvSpPr>
            <a:spLocks noGrp="1"/>
          </p:cNvSpPr>
          <p:nvPr>
            <p:ph idx="1"/>
          </p:nvPr>
        </p:nvSpPr>
        <p:spPr>
          <a:xfrm>
            <a:off x="2239450" y="1451418"/>
            <a:ext cx="7710051" cy="5101061"/>
          </a:xfrm>
          <a:solidFill>
            <a:schemeClr val="tx1">
              <a:alpha val="52000"/>
            </a:schemeClr>
          </a:solidFill>
        </p:spPr>
        <p:txBody>
          <a:bodyPr vert="horz" lIns="91440" tIns="45720" rIns="91440" bIns="45720" rtlCol="0" anchor="t">
            <a:noAutofit/>
          </a:bodyPr>
          <a:lstStyle/>
          <a:p>
            <a:r>
              <a:rPr lang="en-US">
                <a:solidFill>
                  <a:srgbClr val="FFFFFF"/>
                </a:solidFill>
                <a:latin typeface="American Typewriter"/>
              </a:rPr>
              <a:t>Reflections:</a:t>
            </a:r>
          </a:p>
          <a:p>
            <a:pPr lvl="1"/>
            <a:r>
              <a:rPr lang="en-US" sz="2000">
                <a:solidFill>
                  <a:srgbClr val="FFFFFF"/>
                </a:solidFill>
                <a:latin typeface="American Typewriter"/>
              </a:rPr>
              <a:t>Wanted a challenge but also something practical</a:t>
            </a:r>
            <a:endParaRPr lang="en-US" sz="2000">
              <a:solidFill>
                <a:srgbClr val="FFFFFF"/>
              </a:solidFill>
              <a:latin typeface="American Typewriter" panose="02090604020004020304" pitchFamily="18" charset="77"/>
            </a:endParaRPr>
          </a:p>
          <a:p>
            <a:pPr lvl="1"/>
            <a:r>
              <a:rPr lang="en-US" sz="2000">
                <a:solidFill>
                  <a:srgbClr val="FFFFFF"/>
                </a:solidFill>
                <a:latin typeface="American Typewriter"/>
              </a:rPr>
              <a:t>Interesting to work in sprints &amp; independently</a:t>
            </a:r>
            <a:endParaRPr lang="en-US" sz="2000">
              <a:solidFill>
                <a:srgbClr val="FFFFFF"/>
              </a:solidFill>
              <a:latin typeface="American Typewriter" panose="02090604020004020304" pitchFamily="18" charset="77"/>
            </a:endParaRPr>
          </a:p>
          <a:p>
            <a:pPr lvl="1"/>
            <a:r>
              <a:rPr lang="en-US" sz="2000">
                <a:solidFill>
                  <a:srgbClr val="FFFFFF"/>
                </a:solidFill>
                <a:latin typeface="American Typewriter"/>
              </a:rPr>
              <a:t>Weekly meetings were vital </a:t>
            </a:r>
            <a:endParaRPr lang="en-US" sz="2000">
              <a:solidFill>
                <a:srgbClr val="FFFFFF"/>
              </a:solidFill>
              <a:latin typeface="American Typewriter" panose="02090604020004020304" pitchFamily="18" charset="77"/>
            </a:endParaRPr>
          </a:p>
          <a:p>
            <a:pPr lvl="1"/>
            <a:r>
              <a:rPr lang="en-US" sz="2000">
                <a:solidFill>
                  <a:srgbClr val="FFFFFF"/>
                </a:solidFill>
                <a:latin typeface="American Typewriter"/>
              </a:rPr>
              <a:t>Difficult to find time together but we balanced the work</a:t>
            </a:r>
            <a:endParaRPr lang="en-US" sz="2000">
              <a:solidFill>
                <a:srgbClr val="FFFFFF"/>
              </a:solidFill>
              <a:latin typeface="American Typewriter" panose="02090604020004020304" pitchFamily="18" charset="77"/>
            </a:endParaRPr>
          </a:p>
          <a:p>
            <a:endParaRPr lang="en-US" sz="2000">
              <a:solidFill>
                <a:srgbClr val="FFFFFF"/>
              </a:solidFill>
              <a:latin typeface="American Typewriter" panose="02090604020004020304" pitchFamily="18" charset="77"/>
            </a:endParaRPr>
          </a:p>
          <a:p>
            <a:r>
              <a:rPr lang="en-US">
                <a:solidFill>
                  <a:srgbClr val="FFFFFF"/>
                </a:solidFill>
                <a:latin typeface="American Typewriter"/>
              </a:rPr>
              <a:t>What we would do different:</a:t>
            </a:r>
          </a:p>
          <a:p>
            <a:pPr lvl="1"/>
            <a:r>
              <a:rPr lang="en-US" sz="2000">
                <a:solidFill>
                  <a:srgbClr val="FFFFFF"/>
                </a:solidFill>
                <a:latin typeface="American Typewriter"/>
              </a:rPr>
              <a:t>Get comfortable with GitHub quicker</a:t>
            </a:r>
          </a:p>
          <a:p>
            <a:pPr lvl="1"/>
            <a:r>
              <a:rPr lang="en-US" sz="2000">
                <a:solidFill>
                  <a:srgbClr val="FFFFFF"/>
                </a:solidFill>
                <a:latin typeface="American Typewriter"/>
              </a:rPr>
              <a:t>Assemble the prototype earlier for testing</a:t>
            </a:r>
            <a:endParaRPr lang="en-US" sz="2000">
              <a:latin typeface="American Typewriter" panose="02090604020004020304" pitchFamily="18" charset="77"/>
            </a:endParaRPr>
          </a:p>
          <a:p>
            <a:pPr lvl="1"/>
            <a:r>
              <a:rPr lang="en-US" sz="2000">
                <a:solidFill>
                  <a:srgbClr val="FFFFFF"/>
                </a:solidFill>
                <a:latin typeface="American Typewriter"/>
              </a:rPr>
              <a:t>Try not to overcomplicate things</a:t>
            </a:r>
            <a:endParaRPr lang="en-US" sz="2000">
              <a:solidFill>
                <a:srgbClr val="FFFFFF"/>
              </a:solidFill>
              <a:latin typeface="American Typewriter" panose="02090604020004020304" pitchFamily="18" charset="77"/>
            </a:endParaRPr>
          </a:p>
          <a:p>
            <a:pPr lvl="1"/>
            <a:endParaRPr lang="en-US" sz="2000">
              <a:solidFill>
                <a:srgbClr val="FFFFFF"/>
              </a:solidFill>
              <a:latin typeface="American Typewriter" panose="02090604020004020304" pitchFamily="18" charset="77"/>
            </a:endParaRPr>
          </a:p>
          <a:p>
            <a:pPr lvl="1"/>
            <a:endParaRPr lang="en-US" sz="2000">
              <a:solidFill>
                <a:srgbClr val="FFFFFF"/>
              </a:solidFill>
              <a:latin typeface="American Typewriter" panose="02090604020004020304" pitchFamily="18" charset="77"/>
            </a:endParaRPr>
          </a:p>
        </p:txBody>
      </p:sp>
      <p:pic>
        <p:nvPicPr>
          <p:cNvPr id="4" name="Picture 3">
            <a:extLst>
              <a:ext uri="{FF2B5EF4-FFF2-40B4-BE49-F238E27FC236}">
                <a16:creationId xmlns:a16="http://schemas.microsoft.com/office/drawing/2014/main" id="{8FDB89BF-5556-F2F1-5F9E-BC9E22A31AC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046" b="93791" l="4739" r="94444">
                        <a14:foregroundMark x1="8497" y1="81699" x2="8497" y2="81699"/>
                        <a14:foregroundMark x1="4739" y1="84804" x2="4739" y2="84804"/>
                        <a14:foregroundMark x1="20588" y1="93791" x2="20588" y2="93791"/>
                        <a14:foregroundMark x1="60458" y1="31373" x2="60458" y2="31373"/>
                        <a14:foregroundMark x1="47876" y1="38562" x2="47876" y2="19281"/>
                        <a14:foregroundMark x1="47876" y1="19281" x2="60948" y2="11275"/>
                        <a14:foregroundMark x1="60294" y1="9967" x2="79085" y2="6209"/>
                        <a14:foregroundMark x1="79085" y1="6209" x2="90850" y2="16993"/>
                        <a14:foregroundMark x1="94444" y1="22712" x2="94281" y2="27124"/>
                        <a14:foregroundMark x1="50000" y1="47386" x2="50980" y2="47876"/>
                        <a14:foregroundMark x1="44118" y1="50817" x2="44608" y2="50490"/>
                        <a14:foregroundMark x1="35948" y1="89706" x2="35948" y2="89706"/>
                      </a14:backgroundRemoval>
                    </a14:imgEffect>
                  </a14:imgLayer>
                </a14:imgProps>
              </a:ext>
            </a:extLst>
          </a:blip>
          <a:stretch>
            <a:fillRect/>
          </a:stretch>
        </p:blipFill>
        <p:spPr>
          <a:xfrm>
            <a:off x="9484849" y="3431393"/>
            <a:ext cx="2488224" cy="2488224"/>
          </a:xfrm>
          <a:prstGeom prst="rect">
            <a:avLst/>
          </a:prstGeom>
        </p:spPr>
      </p:pic>
    </p:spTree>
    <p:extLst>
      <p:ext uri="{BB962C8B-B14F-4D97-AF65-F5344CB8AC3E}">
        <p14:creationId xmlns:p14="http://schemas.microsoft.com/office/powerpoint/2010/main" val="139467944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ruta 3">
            <a:extLst>
              <a:ext uri="{FF2B5EF4-FFF2-40B4-BE49-F238E27FC236}">
                <a16:creationId xmlns:a16="http://schemas.microsoft.com/office/drawing/2014/main" id="{BB56DA3F-F176-3DA4-DD88-912D3B771231}"/>
              </a:ext>
            </a:extLst>
          </p:cNvPr>
          <p:cNvSpPr txBox="1"/>
          <p:nvPr/>
        </p:nvSpPr>
        <p:spPr>
          <a:xfrm>
            <a:off x="1945472" y="3036585"/>
            <a:ext cx="8301055" cy="784830"/>
          </a:xfrm>
          <a:prstGeom prst="rect">
            <a:avLst/>
          </a:prstGeom>
          <a:noFill/>
        </p:spPr>
        <p:txBody>
          <a:bodyPr wrap="none" rtlCol="0">
            <a:spAutoFit/>
          </a:bodyPr>
          <a:lstStyle/>
          <a:p>
            <a:r>
              <a:rPr lang="en-US" sz="4500">
                <a:solidFill>
                  <a:schemeClr val="bg1"/>
                </a:solidFill>
                <a:latin typeface="American Typewriter" panose="02090604020004020304" pitchFamily="18" charset="77"/>
              </a:rPr>
              <a:t>THANK YOU FOR LISTENING</a:t>
            </a:r>
          </a:p>
        </p:txBody>
      </p:sp>
    </p:spTree>
    <p:extLst>
      <p:ext uri="{BB962C8B-B14F-4D97-AF65-F5344CB8AC3E}">
        <p14:creationId xmlns:p14="http://schemas.microsoft.com/office/powerpoint/2010/main" val="15783366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invX="1"/>
      </p:transition>
    </mc:Choice>
    <mc:Fallback>
      <p:transition spd="slow">
        <p:fade/>
      </p:transition>
    </mc:Fallback>
  </mc:AlternateContent>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8</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Office-tema</vt:lpstr>
      <vt:lpstr>PowerPoint Presentation</vt:lpstr>
      <vt:lpstr>Project Introduction</vt:lpstr>
      <vt:lpstr>Problem Statement</vt:lpstr>
      <vt:lpstr>Technical Approach</vt:lpstr>
      <vt:lpstr>User Interaction</vt:lpstr>
      <vt:lpstr>Results (with a skateboard)</vt:lpstr>
      <vt:lpstr>PowerPoint Presentation</vt:lpstr>
      <vt:lpstr>Project Methodology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Emelie Olsson</dc:creator>
  <cp:revision>1</cp:revision>
  <dcterms:created xsi:type="dcterms:W3CDTF">2026-09-15T17:57:33Z</dcterms:created>
  <dcterms:modified xsi:type="dcterms:W3CDTF">2026-10-21T08:55:27Z</dcterms:modified>
</cp:coreProperties>
</file>